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38"/>
  </p:notesMasterIdLst>
  <p:handoutMasterIdLst>
    <p:handoutMasterId r:id="rId39"/>
  </p:handoutMasterIdLst>
  <p:sldIdLst>
    <p:sldId id="304" r:id="rId5"/>
    <p:sldId id="321" r:id="rId6"/>
    <p:sldId id="332" r:id="rId7"/>
    <p:sldId id="324" r:id="rId8"/>
    <p:sldId id="333" r:id="rId9"/>
    <p:sldId id="258" r:id="rId10"/>
    <p:sldId id="288" r:id="rId11"/>
    <p:sldId id="336" r:id="rId12"/>
    <p:sldId id="344" r:id="rId13"/>
    <p:sldId id="347" r:id="rId14"/>
    <p:sldId id="322" r:id="rId15"/>
    <p:sldId id="337" r:id="rId16"/>
    <p:sldId id="299" r:id="rId17"/>
    <p:sldId id="339" r:id="rId18"/>
    <p:sldId id="338" r:id="rId19"/>
    <p:sldId id="341" r:id="rId20"/>
    <p:sldId id="342" r:id="rId21"/>
    <p:sldId id="340" r:id="rId22"/>
    <p:sldId id="319" r:id="rId23"/>
    <p:sldId id="325" r:id="rId24"/>
    <p:sldId id="326" r:id="rId25"/>
    <p:sldId id="327" r:id="rId26"/>
    <p:sldId id="328" r:id="rId27"/>
    <p:sldId id="329" r:id="rId28"/>
    <p:sldId id="330" r:id="rId29"/>
    <p:sldId id="331" r:id="rId30"/>
    <p:sldId id="334" r:id="rId31"/>
    <p:sldId id="335" r:id="rId32"/>
    <p:sldId id="343" r:id="rId33"/>
    <p:sldId id="320" r:id="rId34"/>
    <p:sldId id="348" r:id="rId35"/>
    <p:sldId id="349" r:id="rId36"/>
    <p:sldId id="305" r:id="rId37"/>
  </p:sldIdLst>
  <p:sldSz cx="12192000" cy="6858000"/>
  <p:notesSz cx="6858000" cy="9144000"/>
  <p:defaultTextStyle>
    <a:defPPr rtl="0">
      <a:defRPr lang="en-GB"/>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EC4DBB94-1424-4BD3-81BA-B5D6871CD691}">
          <p14:sldIdLst>
            <p14:sldId id="304"/>
            <p14:sldId id="321"/>
            <p14:sldId id="332"/>
            <p14:sldId id="324"/>
            <p14:sldId id="333"/>
            <p14:sldId id="258"/>
            <p14:sldId id="288"/>
            <p14:sldId id="336"/>
            <p14:sldId id="344"/>
            <p14:sldId id="347"/>
            <p14:sldId id="322"/>
            <p14:sldId id="337"/>
            <p14:sldId id="299"/>
            <p14:sldId id="339"/>
            <p14:sldId id="338"/>
            <p14:sldId id="341"/>
            <p14:sldId id="342"/>
            <p14:sldId id="340"/>
            <p14:sldId id="319"/>
            <p14:sldId id="325"/>
            <p14:sldId id="326"/>
            <p14:sldId id="327"/>
            <p14:sldId id="328"/>
            <p14:sldId id="329"/>
            <p14:sldId id="330"/>
            <p14:sldId id="331"/>
            <p14:sldId id="334"/>
            <p14:sldId id="335"/>
            <p14:sldId id="343"/>
            <p14:sldId id="320"/>
            <p14:sldId id="348"/>
            <p14:sldId id="349"/>
            <p14:sldId id="305"/>
          </p14:sldIdLst>
        </p14:section>
      </p14:sectionLst>
    </p:ex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7785" autoAdjust="0"/>
    <p:restoredTop sz="93750" autoAdjust="0"/>
  </p:normalViewPr>
  <p:slideViewPr>
    <p:cSldViewPr snapToGrid="0">
      <p:cViewPr>
        <p:scale>
          <a:sx n="50" d="100"/>
          <a:sy n="50" d="100"/>
        </p:scale>
        <p:origin x="1488" y="228"/>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96" d="100"/>
          <a:sy n="96" d="100"/>
        </p:scale>
        <p:origin x="2808" y="90"/>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handoutMaster" Target="handoutMasters/handoutMaster1.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viewProps" Target="viewProps.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commentAuthors" Target="commentAuthors.xml"/><Relationship Id="rId45" Type="http://schemas.microsoft.com/office/2018/10/relationships/authors" Target="author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theme" Target="theme/theme1.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notesMaster" Target="notesMasters/notesMaster1.xml"/><Relationship Id="rId20" Type="http://schemas.openxmlformats.org/officeDocument/2006/relationships/slide" Target="slides/slide16.xml"/><Relationship Id="rId41"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A2FC99A8-74A1-4817-9F9A-85655000A698}"/>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en-GB"/>
          </a:p>
        </p:txBody>
      </p:sp>
      <p:sp>
        <p:nvSpPr>
          <p:cNvPr id="3" name="Date Placeholder 2">
            <a:extLst>
              <a:ext uri="{FF2B5EF4-FFF2-40B4-BE49-F238E27FC236}">
                <a16:creationId xmlns:a16="http://schemas.microsoft.com/office/drawing/2014/main" id="{D6F0050F-2705-4253-AECF-492B95331666}"/>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95CAFF15-3287-4EAB-8C15-34888B0742F5}" type="datetime1">
              <a:rPr lang="en-GB" smtClean="0"/>
              <a:t>06/11/2025</a:t>
            </a:fld>
            <a:endParaRPr lang="en-GB" dirty="0"/>
          </a:p>
        </p:txBody>
      </p:sp>
      <p:sp>
        <p:nvSpPr>
          <p:cNvPr id="4" name="Footer Placeholder 3">
            <a:extLst>
              <a:ext uri="{FF2B5EF4-FFF2-40B4-BE49-F238E27FC236}">
                <a16:creationId xmlns:a16="http://schemas.microsoft.com/office/drawing/2014/main" id="{BC82020C-C130-402B-AA32-21B4682F7DC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en-GB"/>
          </a:p>
        </p:txBody>
      </p:sp>
      <p:sp>
        <p:nvSpPr>
          <p:cNvPr id="5" name="Slide Number Placeholder 4">
            <a:extLst>
              <a:ext uri="{FF2B5EF4-FFF2-40B4-BE49-F238E27FC236}">
                <a16:creationId xmlns:a16="http://schemas.microsoft.com/office/drawing/2014/main" id="{450932CD-F2EA-4034-AB59-84AF68B10291}"/>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F6FA979-4A60-410C-92BE-2E8CA23BCC7D}" type="slidenum">
              <a:rPr lang="en-GB" smtClean="0"/>
              <a:t>‹#›</a:t>
            </a:fld>
            <a:endParaRPr lang="en-GB"/>
          </a:p>
        </p:txBody>
      </p:sp>
    </p:spTree>
    <p:extLst>
      <p:ext uri="{BB962C8B-B14F-4D97-AF65-F5344CB8AC3E}">
        <p14:creationId xmlns:p14="http://schemas.microsoft.com/office/powerpoint/2010/main" val="226190493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en-GB" noProof="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3F46898-626E-47E5-94D5-F34964781048}" type="datetime1">
              <a:rPr lang="en-GB" smtClean="0"/>
              <a:pPr/>
              <a:t>06/11/2025</a:t>
            </a:fld>
            <a:endParaRPr lang="en-GB"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en-GB" noProof="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en-GB" noProof="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B990660-4B7D-4C11-96DB-B19FFA8CA93C}" type="slidenum">
              <a:rPr lang="en-GB" noProof="0" smtClean="0"/>
              <a:t>‹#›</a:t>
            </a:fld>
            <a:endParaRPr lang="en-GB" noProof="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1</a:t>
            </a:fld>
            <a:endParaRPr lang="en-GB"/>
          </a:p>
        </p:txBody>
      </p:sp>
    </p:spTree>
    <p:extLst>
      <p:ext uri="{BB962C8B-B14F-4D97-AF65-F5344CB8AC3E}">
        <p14:creationId xmlns:p14="http://schemas.microsoft.com/office/powerpoint/2010/main" val="5957630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9730FF-BF88-F1ED-E4C1-617D09905E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3355D2-1A7C-CE7D-1C39-4B520FFFD07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13C8C7F-5D36-A131-62C8-5EBB80402D71}"/>
              </a:ext>
            </a:extLst>
          </p:cNvPr>
          <p:cNvSpPr>
            <a:spLocks noGrp="1"/>
          </p:cNvSpPr>
          <p:nvPr>
            <p:ph type="body" idx="1"/>
          </p:nvPr>
        </p:nvSpPr>
        <p:spPr/>
        <p:txBody>
          <a:bodyPr/>
          <a:lstStyle/>
          <a:p>
            <a:endParaRPr lang="en-GB" noProof="0" dirty="0"/>
          </a:p>
        </p:txBody>
      </p:sp>
      <p:sp>
        <p:nvSpPr>
          <p:cNvPr id="4" name="Slide Number Placeholder 3">
            <a:extLst>
              <a:ext uri="{FF2B5EF4-FFF2-40B4-BE49-F238E27FC236}">
                <a16:creationId xmlns:a16="http://schemas.microsoft.com/office/drawing/2014/main" id="{209D62CF-AE0D-52D1-8A2C-7FAD983C9CDF}"/>
              </a:ext>
            </a:extLst>
          </p:cNvPr>
          <p:cNvSpPr>
            <a:spLocks noGrp="1"/>
          </p:cNvSpPr>
          <p:nvPr>
            <p:ph type="sldNum" sz="quarter" idx="5"/>
          </p:nvPr>
        </p:nvSpPr>
        <p:spPr/>
        <p:txBody>
          <a:bodyPr/>
          <a:lstStyle/>
          <a:p>
            <a:pPr rtl="0"/>
            <a:fld id="{8B990660-4B7D-4C11-96DB-B19FFA8CA93C}" type="slidenum">
              <a:rPr lang="en-GB" smtClean="0"/>
              <a:t>4</a:t>
            </a:fld>
            <a:endParaRPr lang="en-GB"/>
          </a:p>
        </p:txBody>
      </p:sp>
    </p:spTree>
    <p:extLst>
      <p:ext uri="{BB962C8B-B14F-4D97-AF65-F5344CB8AC3E}">
        <p14:creationId xmlns:p14="http://schemas.microsoft.com/office/powerpoint/2010/main" val="280559680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D3575C-F991-77BD-C70F-6C7FCB5DBC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37ED93-3AA8-FC31-1129-B3C719ED73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4F438B7-5767-B35A-99A4-15118A5F4CBF}"/>
              </a:ext>
            </a:extLst>
          </p:cNvPr>
          <p:cNvSpPr>
            <a:spLocks noGrp="1"/>
          </p:cNvSpPr>
          <p:nvPr>
            <p:ph type="body" idx="1"/>
          </p:nvPr>
        </p:nvSpPr>
        <p:spPr/>
        <p:txBody>
          <a:bodyPr/>
          <a:lstStyle/>
          <a:p>
            <a:endParaRPr lang="en-GB" noProof="0" dirty="0"/>
          </a:p>
        </p:txBody>
      </p:sp>
      <p:sp>
        <p:nvSpPr>
          <p:cNvPr id="4" name="Slide Number Placeholder 3">
            <a:extLst>
              <a:ext uri="{FF2B5EF4-FFF2-40B4-BE49-F238E27FC236}">
                <a16:creationId xmlns:a16="http://schemas.microsoft.com/office/drawing/2014/main" id="{F5094A8D-9D82-B559-0229-A3FC2C32216B}"/>
              </a:ext>
            </a:extLst>
          </p:cNvPr>
          <p:cNvSpPr>
            <a:spLocks noGrp="1"/>
          </p:cNvSpPr>
          <p:nvPr>
            <p:ph type="sldNum" sz="quarter" idx="5"/>
          </p:nvPr>
        </p:nvSpPr>
        <p:spPr/>
        <p:txBody>
          <a:bodyPr/>
          <a:lstStyle/>
          <a:p>
            <a:pPr rtl="0"/>
            <a:fld id="{8B990660-4B7D-4C11-96DB-B19FFA8CA93C}" type="slidenum">
              <a:rPr lang="en-GB" smtClean="0"/>
              <a:t>5</a:t>
            </a:fld>
            <a:endParaRPr lang="en-GB"/>
          </a:p>
        </p:txBody>
      </p:sp>
    </p:spTree>
    <p:extLst>
      <p:ext uri="{BB962C8B-B14F-4D97-AF65-F5344CB8AC3E}">
        <p14:creationId xmlns:p14="http://schemas.microsoft.com/office/powerpoint/2010/main" val="109942825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6</a:t>
            </a:fld>
            <a:endParaRPr lang="en-GB"/>
          </a:p>
        </p:txBody>
      </p:sp>
    </p:spTree>
    <p:extLst>
      <p:ext uri="{BB962C8B-B14F-4D97-AF65-F5344CB8AC3E}">
        <p14:creationId xmlns:p14="http://schemas.microsoft.com/office/powerpoint/2010/main" val="327875597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7</a:t>
            </a:fld>
            <a:endParaRPr lang="en-GB"/>
          </a:p>
        </p:txBody>
      </p:sp>
    </p:spTree>
    <p:extLst>
      <p:ext uri="{BB962C8B-B14F-4D97-AF65-F5344CB8AC3E}">
        <p14:creationId xmlns:p14="http://schemas.microsoft.com/office/powerpoint/2010/main" val="208501175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5F0E66-5AD5-910D-B1A8-E7D7C6B5F4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C43FC0-E89D-CE73-6F15-98F2FDB94B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A9F6F59-4EE7-8D1C-C901-2FD94733B4DB}"/>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0B9BB447-9CCF-A3DD-68B8-C15F17477347}"/>
              </a:ext>
            </a:extLst>
          </p:cNvPr>
          <p:cNvSpPr>
            <a:spLocks noGrp="1"/>
          </p:cNvSpPr>
          <p:nvPr>
            <p:ph type="sldNum" sz="quarter" idx="5"/>
          </p:nvPr>
        </p:nvSpPr>
        <p:spPr/>
        <p:txBody>
          <a:bodyPr rtlCol="0"/>
          <a:lstStyle/>
          <a:p>
            <a:pPr rtl="0"/>
            <a:fld id="{8B990660-4B7D-4C11-96DB-B19FFA8CA93C}" type="slidenum">
              <a:rPr lang="en-GB" smtClean="0"/>
              <a:t>8</a:t>
            </a:fld>
            <a:endParaRPr lang="en-GB"/>
          </a:p>
        </p:txBody>
      </p:sp>
    </p:spTree>
    <p:extLst>
      <p:ext uri="{BB962C8B-B14F-4D97-AF65-F5344CB8AC3E}">
        <p14:creationId xmlns:p14="http://schemas.microsoft.com/office/powerpoint/2010/main" val="134287107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2E1AF-6CC0-CFDA-379F-C71E280DE3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080583-03FB-D418-0F7E-695F59425D7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A47C6F0-19D4-7CE1-77EF-918EE5AA98FE}"/>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278D75BB-EC62-3230-6703-C73E7801BC1F}"/>
              </a:ext>
            </a:extLst>
          </p:cNvPr>
          <p:cNvSpPr>
            <a:spLocks noGrp="1"/>
          </p:cNvSpPr>
          <p:nvPr>
            <p:ph type="sldNum" sz="quarter" idx="5"/>
          </p:nvPr>
        </p:nvSpPr>
        <p:spPr/>
        <p:txBody>
          <a:bodyPr rtlCol="0"/>
          <a:lstStyle/>
          <a:p>
            <a:pPr rtl="0"/>
            <a:fld id="{8B990660-4B7D-4C11-96DB-B19FFA8CA93C}" type="slidenum">
              <a:rPr lang="en-GB" smtClean="0"/>
              <a:t>9</a:t>
            </a:fld>
            <a:endParaRPr lang="en-GB"/>
          </a:p>
        </p:txBody>
      </p:sp>
    </p:spTree>
    <p:extLst>
      <p:ext uri="{BB962C8B-B14F-4D97-AF65-F5344CB8AC3E}">
        <p14:creationId xmlns:p14="http://schemas.microsoft.com/office/powerpoint/2010/main" val="17501828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2C1479-A7E4-2E68-D7D0-9B99244012F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A5D604E-F198-8C67-3010-771666CA9FD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9B41754-A758-CA9B-5AD7-F2196D111773}"/>
              </a:ext>
            </a:extLst>
          </p:cNvPr>
          <p:cNvSpPr>
            <a:spLocks noGrp="1"/>
          </p:cNvSpPr>
          <p:nvPr>
            <p:ph type="body" idx="1"/>
          </p:nvPr>
        </p:nvSpPr>
        <p:spPr/>
        <p:txBody>
          <a:bodyPr/>
          <a:lstStyle/>
          <a:p>
            <a:endParaRPr lang="en-GB" noProof="0" dirty="0"/>
          </a:p>
        </p:txBody>
      </p:sp>
      <p:sp>
        <p:nvSpPr>
          <p:cNvPr id="4" name="Slide Number Placeholder 3">
            <a:extLst>
              <a:ext uri="{FF2B5EF4-FFF2-40B4-BE49-F238E27FC236}">
                <a16:creationId xmlns:a16="http://schemas.microsoft.com/office/drawing/2014/main" id="{17132E45-0B94-5849-27E0-49D3282073C7}"/>
              </a:ext>
            </a:extLst>
          </p:cNvPr>
          <p:cNvSpPr>
            <a:spLocks noGrp="1"/>
          </p:cNvSpPr>
          <p:nvPr>
            <p:ph type="sldNum" sz="quarter" idx="5"/>
          </p:nvPr>
        </p:nvSpPr>
        <p:spPr/>
        <p:txBody>
          <a:bodyPr/>
          <a:lstStyle/>
          <a:p>
            <a:pPr rtl="0"/>
            <a:fld id="{8B990660-4B7D-4C11-96DB-B19FFA8CA93C}" type="slidenum">
              <a:rPr lang="en-GB" smtClean="0"/>
              <a:t>10</a:t>
            </a:fld>
            <a:endParaRPr lang="en-GB"/>
          </a:p>
        </p:txBody>
      </p:sp>
    </p:spTree>
    <p:extLst>
      <p:ext uri="{BB962C8B-B14F-4D97-AF65-F5344CB8AC3E}">
        <p14:creationId xmlns:p14="http://schemas.microsoft.com/office/powerpoint/2010/main" val="311958846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FA809B-6234-5253-83D9-26448B6FA8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2B2CAF-989C-5FBE-F929-60EB695A3F8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53513AF-8234-EF41-569C-A0500ED594EB}"/>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2EB5E2BD-2E43-9981-292D-59A92481D0F5}"/>
              </a:ext>
            </a:extLst>
          </p:cNvPr>
          <p:cNvSpPr>
            <a:spLocks noGrp="1"/>
          </p:cNvSpPr>
          <p:nvPr>
            <p:ph type="sldNum" sz="quarter" idx="5"/>
          </p:nvPr>
        </p:nvSpPr>
        <p:spPr/>
        <p:txBody>
          <a:bodyPr rtlCol="0"/>
          <a:lstStyle/>
          <a:p>
            <a:pPr rtl="0"/>
            <a:fld id="{8B990660-4B7D-4C11-96DB-B19FFA8CA93C}" type="slidenum">
              <a:rPr lang="en-GB" smtClean="0"/>
              <a:t>11</a:t>
            </a:fld>
            <a:endParaRPr lang="en-GB"/>
          </a:p>
        </p:txBody>
      </p:sp>
    </p:spTree>
    <p:extLst>
      <p:ext uri="{BB962C8B-B14F-4D97-AF65-F5344CB8AC3E}">
        <p14:creationId xmlns:p14="http://schemas.microsoft.com/office/powerpoint/2010/main" val="380647233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12</a:t>
            </a:fld>
            <a:endParaRPr lang="en-GB"/>
          </a:p>
        </p:txBody>
      </p:sp>
    </p:spTree>
    <p:extLst>
      <p:ext uri="{BB962C8B-B14F-4D97-AF65-F5344CB8AC3E}">
        <p14:creationId xmlns:p14="http://schemas.microsoft.com/office/powerpoint/2010/main" val="1109670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13</a:t>
            </a:fld>
            <a:endParaRPr lang="en-GB"/>
          </a:p>
        </p:txBody>
      </p:sp>
    </p:spTree>
    <p:extLst>
      <p:ext uri="{BB962C8B-B14F-4D97-AF65-F5344CB8AC3E}">
        <p14:creationId xmlns:p14="http://schemas.microsoft.com/office/powerpoint/2010/main" val="278156056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E2067D-DDD1-6B8A-891C-54A18CBA7CC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5A7DAB-A6D7-224E-76E7-F583184C420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A35FC2E-1829-B0AC-C0F6-904797A16D11}"/>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1D41CB95-6129-6537-DE3E-58F8F9E3B591}"/>
              </a:ext>
            </a:extLst>
          </p:cNvPr>
          <p:cNvSpPr>
            <a:spLocks noGrp="1"/>
          </p:cNvSpPr>
          <p:nvPr>
            <p:ph type="sldNum" sz="quarter" idx="5"/>
          </p:nvPr>
        </p:nvSpPr>
        <p:spPr/>
        <p:txBody>
          <a:bodyPr rtlCol="0"/>
          <a:lstStyle/>
          <a:p>
            <a:pPr rtl="0"/>
            <a:fld id="{8B990660-4B7D-4C11-96DB-B19FFA8CA93C}" type="slidenum">
              <a:rPr lang="en-GB" smtClean="0"/>
              <a:t>14</a:t>
            </a:fld>
            <a:endParaRPr lang="en-GB"/>
          </a:p>
        </p:txBody>
      </p:sp>
    </p:spTree>
    <p:extLst>
      <p:ext uri="{BB962C8B-B14F-4D97-AF65-F5344CB8AC3E}">
        <p14:creationId xmlns:p14="http://schemas.microsoft.com/office/powerpoint/2010/main" val="327200292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E9B8BE-2361-93E1-0609-773F849A0C3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9AAA30-D97E-53BE-F670-6A4BBE71653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3414EFA-EEA3-73E2-3E54-9348B0288B2B}"/>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1321441A-4AA7-289A-6689-16A9FED17B42}"/>
              </a:ext>
            </a:extLst>
          </p:cNvPr>
          <p:cNvSpPr>
            <a:spLocks noGrp="1"/>
          </p:cNvSpPr>
          <p:nvPr>
            <p:ph type="sldNum" sz="quarter" idx="5"/>
          </p:nvPr>
        </p:nvSpPr>
        <p:spPr/>
        <p:txBody>
          <a:bodyPr rtlCol="0"/>
          <a:lstStyle/>
          <a:p>
            <a:pPr rtl="0"/>
            <a:fld id="{8B990660-4B7D-4C11-96DB-B19FFA8CA93C}" type="slidenum">
              <a:rPr lang="en-GB" smtClean="0"/>
              <a:t>15</a:t>
            </a:fld>
            <a:endParaRPr lang="en-GB"/>
          </a:p>
        </p:txBody>
      </p:sp>
    </p:spTree>
    <p:extLst>
      <p:ext uri="{BB962C8B-B14F-4D97-AF65-F5344CB8AC3E}">
        <p14:creationId xmlns:p14="http://schemas.microsoft.com/office/powerpoint/2010/main" val="30688457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2EF742-202B-B213-8047-1B6F27B1A1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410E4C-2411-2A43-8A75-E4F54634B4C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D9D83B-9540-2464-6C6A-B8AED428B1E4}"/>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94BC6650-5756-1DFC-2FFC-33F6FDCB046C}"/>
              </a:ext>
            </a:extLst>
          </p:cNvPr>
          <p:cNvSpPr>
            <a:spLocks noGrp="1"/>
          </p:cNvSpPr>
          <p:nvPr>
            <p:ph type="sldNum" sz="quarter" idx="5"/>
          </p:nvPr>
        </p:nvSpPr>
        <p:spPr/>
        <p:txBody>
          <a:bodyPr rtlCol="0"/>
          <a:lstStyle/>
          <a:p>
            <a:pPr rtl="0"/>
            <a:fld id="{8B990660-4B7D-4C11-96DB-B19FFA8CA93C}" type="slidenum">
              <a:rPr lang="en-GB" smtClean="0"/>
              <a:t>16</a:t>
            </a:fld>
            <a:endParaRPr lang="en-GB"/>
          </a:p>
        </p:txBody>
      </p:sp>
    </p:spTree>
    <p:extLst>
      <p:ext uri="{BB962C8B-B14F-4D97-AF65-F5344CB8AC3E}">
        <p14:creationId xmlns:p14="http://schemas.microsoft.com/office/powerpoint/2010/main" val="306100340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25A67D-28CA-4EF6-EE07-1933201A9A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82F89D-2334-504E-B7C4-8823E157E63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79B66DD-C240-57CF-6377-3A1487CFD08E}"/>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4F2F382D-029B-F50A-68D2-519C6A5EB06F}"/>
              </a:ext>
            </a:extLst>
          </p:cNvPr>
          <p:cNvSpPr>
            <a:spLocks noGrp="1"/>
          </p:cNvSpPr>
          <p:nvPr>
            <p:ph type="sldNum" sz="quarter" idx="5"/>
          </p:nvPr>
        </p:nvSpPr>
        <p:spPr/>
        <p:txBody>
          <a:bodyPr rtlCol="0"/>
          <a:lstStyle/>
          <a:p>
            <a:pPr rtl="0"/>
            <a:fld id="{8B990660-4B7D-4C11-96DB-B19FFA8CA93C}" type="slidenum">
              <a:rPr lang="en-GB" smtClean="0"/>
              <a:t>17</a:t>
            </a:fld>
            <a:endParaRPr lang="en-GB"/>
          </a:p>
        </p:txBody>
      </p:sp>
    </p:spTree>
    <p:extLst>
      <p:ext uri="{BB962C8B-B14F-4D97-AF65-F5344CB8AC3E}">
        <p14:creationId xmlns:p14="http://schemas.microsoft.com/office/powerpoint/2010/main" val="408248333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A68217-CDF4-76E7-BE3E-7E81E6BEC58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7BCA6E-2A27-56A5-0235-17602AEF19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0FFDB7-3CC7-2DAC-F752-B965E5732CCE}"/>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987AD667-F0DC-8DE3-4B95-70635D73D024}"/>
              </a:ext>
            </a:extLst>
          </p:cNvPr>
          <p:cNvSpPr>
            <a:spLocks noGrp="1"/>
          </p:cNvSpPr>
          <p:nvPr>
            <p:ph type="sldNum" sz="quarter" idx="5"/>
          </p:nvPr>
        </p:nvSpPr>
        <p:spPr/>
        <p:txBody>
          <a:bodyPr rtlCol="0"/>
          <a:lstStyle/>
          <a:p>
            <a:pPr rtl="0"/>
            <a:fld id="{8B990660-4B7D-4C11-96DB-B19FFA8CA93C}" type="slidenum">
              <a:rPr lang="en-GB" smtClean="0"/>
              <a:t>18</a:t>
            </a:fld>
            <a:endParaRPr lang="en-GB"/>
          </a:p>
        </p:txBody>
      </p:sp>
    </p:spTree>
    <p:extLst>
      <p:ext uri="{BB962C8B-B14F-4D97-AF65-F5344CB8AC3E}">
        <p14:creationId xmlns:p14="http://schemas.microsoft.com/office/powerpoint/2010/main" val="410347129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E6F24B-00AF-B340-C531-189D6156146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0AB352-D2E7-08DD-A20A-2103C4F3ABA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01A6BB0-A336-F58B-93C7-B8CB63B23A8B}"/>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09CF12F0-80FE-E3CB-73C3-15832ECE5C9B}"/>
              </a:ext>
            </a:extLst>
          </p:cNvPr>
          <p:cNvSpPr>
            <a:spLocks noGrp="1"/>
          </p:cNvSpPr>
          <p:nvPr>
            <p:ph type="sldNum" sz="quarter" idx="5"/>
          </p:nvPr>
        </p:nvSpPr>
        <p:spPr/>
        <p:txBody>
          <a:bodyPr rtlCol="0"/>
          <a:lstStyle/>
          <a:p>
            <a:pPr rtl="0"/>
            <a:fld id="{8B990660-4B7D-4C11-96DB-B19FFA8CA93C}" type="slidenum">
              <a:rPr lang="en-GB" smtClean="0"/>
              <a:t>19</a:t>
            </a:fld>
            <a:endParaRPr lang="en-GB"/>
          </a:p>
        </p:txBody>
      </p:sp>
    </p:spTree>
    <p:extLst>
      <p:ext uri="{BB962C8B-B14F-4D97-AF65-F5344CB8AC3E}">
        <p14:creationId xmlns:p14="http://schemas.microsoft.com/office/powerpoint/2010/main" val="113460316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8624E5-0804-8A69-85D0-7DFDF16827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2B64C1-5BD9-6D33-48C0-8FF45388A81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0F7465D-5614-9B16-1714-71D7E2413457}"/>
              </a:ext>
            </a:extLst>
          </p:cNvPr>
          <p:cNvSpPr>
            <a:spLocks noGrp="1"/>
          </p:cNvSpPr>
          <p:nvPr>
            <p:ph type="body" idx="1"/>
          </p:nvPr>
        </p:nvSpPr>
        <p:spPr/>
        <p:txBody>
          <a:bodyPr/>
          <a:lstStyle/>
          <a:p>
            <a:endParaRPr lang="en-GB" noProof="0" dirty="0"/>
          </a:p>
        </p:txBody>
      </p:sp>
      <p:sp>
        <p:nvSpPr>
          <p:cNvPr id="4" name="Slide Number Placeholder 3">
            <a:extLst>
              <a:ext uri="{FF2B5EF4-FFF2-40B4-BE49-F238E27FC236}">
                <a16:creationId xmlns:a16="http://schemas.microsoft.com/office/drawing/2014/main" id="{21AD209F-AB1F-E0C5-7F17-954676E54EBA}"/>
              </a:ext>
            </a:extLst>
          </p:cNvPr>
          <p:cNvSpPr>
            <a:spLocks noGrp="1"/>
          </p:cNvSpPr>
          <p:nvPr>
            <p:ph type="sldNum" sz="quarter" idx="5"/>
          </p:nvPr>
        </p:nvSpPr>
        <p:spPr/>
        <p:txBody>
          <a:bodyPr/>
          <a:lstStyle/>
          <a:p>
            <a:pPr rtl="0"/>
            <a:fld id="{8B990660-4B7D-4C11-96DB-B19FFA8CA93C}" type="slidenum">
              <a:rPr lang="en-GB" smtClean="0"/>
              <a:t>27</a:t>
            </a:fld>
            <a:endParaRPr lang="en-GB"/>
          </a:p>
        </p:txBody>
      </p:sp>
    </p:spTree>
    <p:extLst>
      <p:ext uri="{BB962C8B-B14F-4D97-AF65-F5344CB8AC3E}">
        <p14:creationId xmlns:p14="http://schemas.microsoft.com/office/powerpoint/2010/main" val="36717569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D685B9-FFA3-B7C5-38E4-DDD32E50C84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272830-9FC2-FC29-4BEA-3A6ACD9B961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C4D96A9-0EF8-77A4-82E3-B0C1F9A1BA0A}"/>
              </a:ext>
            </a:extLst>
          </p:cNvPr>
          <p:cNvSpPr>
            <a:spLocks noGrp="1"/>
          </p:cNvSpPr>
          <p:nvPr>
            <p:ph type="body" idx="1"/>
          </p:nvPr>
        </p:nvSpPr>
        <p:spPr/>
        <p:txBody>
          <a:bodyPr/>
          <a:lstStyle/>
          <a:p>
            <a:endParaRPr lang="en-GB" noProof="0" dirty="0"/>
          </a:p>
        </p:txBody>
      </p:sp>
      <p:sp>
        <p:nvSpPr>
          <p:cNvPr id="4" name="Slide Number Placeholder 3">
            <a:extLst>
              <a:ext uri="{FF2B5EF4-FFF2-40B4-BE49-F238E27FC236}">
                <a16:creationId xmlns:a16="http://schemas.microsoft.com/office/drawing/2014/main" id="{A6D7E48E-8537-BC90-A884-FB83877E3A0B}"/>
              </a:ext>
            </a:extLst>
          </p:cNvPr>
          <p:cNvSpPr>
            <a:spLocks noGrp="1"/>
          </p:cNvSpPr>
          <p:nvPr>
            <p:ph type="sldNum" sz="quarter" idx="5"/>
          </p:nvPr>
        </p:nvSpPr>
        <p:spPr/>
        <p:txBody>
          <a:bodyPr/>
          <a:lstStyle/>
          <a:p>
            <a:pPr rtl="0"/>
            <a:fld id="{8B990660-4B7D-4C11-96DB-B19FFA8CA93C}" type="slidenum">
              <a:rPr lang="en-GB" smtClean="0"/>
              <a:t>28</a:t>
            </a:fld>
            <a:endParaRPr lang="en-GB"/>
          </a:p>
        </p:txBody>
      </p:sp>
    </p:spTree>
    <p:extLst>
      <p:ext uri="{BB962C8B-B14F-4D97-AF65-F5344CB8AC3E}">
        <p14:creationId xmlns:p14="http://schemas.microsoft.com/office/powerpoint/2010/main" val="426513308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D8F4FD-DCC6-D570-5C52-50047B23908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2B55FB-CCB7-16FE-0F35-21E21A98435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3E11449-451F-8DB0-CE13-1BB4F935A712}"/>
              </a:ext>
            </a:extLst>
          </p:cNvPr>
          <p:cNvSpPr>
            <a:spLocks noGrp="1"/>
          </p:cNvSpPr>
          <p:nvPr>
            <p:ph type="body" idx="1"/>
          </p:nvPr>
        </p:nvSpPr>
        <p:spPr/>
        <p:txBody>
          <a:bodyPr/>
          <a:lstStyle/>
          <a:p>
            <a:endParaRPr lang="en-GB" noProof="0" dirty="0"/>
          </a:p>
        </p:txBody>
      </p:sp>
      <p:sp>
        <p:nvSpPr>
          <p:cNvPr id="4" name="Slide Number Placeholder 3">
            <a:extLst>
              <a:ext uri="{FF2B5EF4-FFF2-40B4-BE49-F238E27FC236}">
                <a16:creationId xmlns:a16="http://schemas.microsoft.com/office/drawing/2014/main" id="{9BB4E64D-B992-D0EA-04C9-EC02702690F0}"/>
              </a:ext>
            </a:extLst>
          </p:cNvPr>
          <p:cNvSpPr>
            <a:spLocks noGrp="1"/>
          </p:cNvSpPr>
          <p:nvPr>
            <p:ph type="sldNum" sz="quarter" idx="5"/>
          </p:nvPr>
        </p:nvSpPr>
        <p:spPr/>
        <p:txBody>
          <a:bodyPr/>
          <a:lstStyle/>
          <a:p>
            <a:pPr rtl="0"/>
            <a:fld id="{8B990660-4B7D-4C11-96DB-B19FFA8CA93C}" type="slidenum">
              <a:rPr lang="en-GB" smtClean="0"/>
              <a:t>29</a:t>
            </a:fld>
            <a:endParaRPr lang="en-GB"/>
          </a:p>
        </p:txBody>
      </p:sp>
    </p:spTree>
    <p:extLst>
      <p:ext uri="{BB962C8B-B14F-4D97-AF65-F5344CB8AC3E}">
        <p14:creationId xmlns:p14="http://schemas.microsoft.com/office/powerpoint/2010/main" val="39935710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DCBDE7-74D7-8495-1F49-19296C4E695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2330FC-B818-428B-3507-A110A9261C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354787B-B95A-9A52-F3C7-AB62D7C8F1B7}"/>
              </a:ext>
            </a:extLst>
          </p:cNvPr>
          <p:cNvSpPr>
            <a:spLocks noGrp="1"/>
          </p:cNvSpPr>
          <p:nvPr>
            <p:ph type="body" idx="1"/>
          </p:nvPr>
        </p:nvSpPr>
        <p:spPr/>
        <p:txBody>
          <a:bodyPr rtlCol="0"/>
          <a:lstStyle/>
          <a:p>
            <a:pPr rtl="0"/>
            <a:endParaRPr lang="en-GB" noProof="0" dirty="0"/>
          </a:p>
        </p:txBody>
      </p:sp>
      <p:sp>
        <p:nvSpPr>
          <p:cNvPr id="4" name="Slide Number Placeholder 3">
            <a:extLst>
              <a:ext uri="{FF2B5EF4-FFF2-40B4-BE49-F238E27FC236}">
                <a16:creationId xmlns:a16="http://schemas.microsoft.com/office/drawing/2014/main" id="{00CBE96A-9C27-BC00-0E60-AA018ED8941B}"/>
              </a:ext>
            </a:extLst>
          </p:cNvPr>
          <p:cNvSpPr>
            <a:spLocks noGrp="1"/>
          </p:cNvSpPr>
          <p:nvPr>
            <p:ph type="sldNum" sz="quarter" idx="5"/>
          </p:nvPr>
        </p:nvSpPr>
        <p:spPr/>
        <p:txBody>
          <a:bodyPr rtlCol="0"/>
          <a:lstStyle/>
          <a:p>
            <a:pPr rtl="0"/>
            <a:fld id="{8B990660-4B7D-4C11-96DB-B19FFA8CA93C}" type="slidenum">
              <a:rPr lang="en-GB" smtClean="0"/>
              <a:t>30</a:t>
            </a:fld>
            <a:endParaRPr lang="en-GB"/>
          </a:p>
        </p:txBody>
      </p:sp>
    </p:spTree>
    <p:extLst>
      <p:ext uri="{BB962C8B-B14F-4D97-AF65-F5344CB8AC3E}">
        <p14:creationId xmlns:p14="http://schemas.microsoft.com/office/powerpoint/2010/main" val="386802278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126249-7686-9008-B603-EBDD921F0B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58BB82-E78C-1B43-E590-E0B43EAA519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F700F17-0554-16C3-07B7-C202F81214C2}"/>
              </a:ext>
            </a:extLst>
          </p:cNvPr>
          <p:cNvSpPr>
            <a:spLocks noGrp="1"/>
          </p:cNvSpPr>
          <p:nvPr>
            <p:ph type="body" idx="1"/>
          </p:nvPr>
        </p:nvSpPr>
        <p:spPr/>
        <p:txBody>
          <a:bodyPr/>
          <a:lstStyle/>
          <a:p>
            <a:endParaRPr lang="en-GB" noProof="0" dirty="0"/>
          </a:p>
        </p:txBody>
      </p:sp>
      <p:sp>
        <p:nvSpPr>
          <p:cNvPr id="4" name="Slide Number Placeholder 3">
            <a:extLst>
              <a:ext uri="{FF2B5EF4-FFF2-40B4-BE49-F238E27FC236}">
                <a16:creationId xmlns:a16="http://schemas.microsoft.com/office/drawing/2014/main" id="{637C8F6F-4BFE-0F72-D1D9-DC11BE9B6C0C}"/>
              </a:ext>
            </a:extLst>
          </p:cNvPr>
          <p:cNvSpPr>
            <a:spLocks noGrp="1"/>
          </p:cNvSpPr>
          <p:nvPr>
            <p:ph type="sldNum" sz="quarter" idx="5"/>
          </p:nvPr>
        </p:nvSpPr>
        <p:spPr/>
        <p:txBody>
          <a:bodyPr/>
          <a:lstStyle/>
          <a:p>
            <a:pPr rtl="0"/>
            <a:fld id="{8B990660-4B7D-4C11-96DB-B19FFA8CA93C}" type="slidenum">
              <a:rPr lang="en-GB" smtClean="0"/>
              <a:t>31</a:t>
            </a:fld>
            <a:endParaRPr lang="en-GB"/>
          </a:p>
        </p:txBody>
      </p:sp>
    </p:spTree>
    <p:extLst>
      <p:ext uri="{BB962C8B-B14F-4D97-AF65-F5344CB8AC3E}">
        <p14:creationId xmlns:p14="http://schemas.microsoft.com/office/powerpoint/2010/main" val="377439036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D714AF-775E-6CDE-EB2F-90EF943DD2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CBAD360-D43A-B913-2E01-8ECB5371EE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8BD910E-C8BD-24DA-0A37-4243AB189ABF}"/>
              </a:ext>
            </a:extLst>
          </p:cNvPr>
          <p:cNvSpPr>
            <a:spLocks noGrp="1"/>
          </p:cNvSpPr>
          <p:nvPr>
            <p:ph type="body" idx="1"/>
          </p:nvPr>
        </p:nvSpPr>
        <p:spPr/>
        <p:txBody>
          <a:bodyPr/>
          <a:lstStyle/>
          <a:p>
            <a:endParaRPr lang="en-GB" noProof="0" dirty="0"/>
          </a:p>
        </p:txBody>
      </p:sp>
      <p:sp>
        <p:nvSpPr>
          <p:cNvPr id="4" name="Slide Number Placeholder 3">
            <a:extLst>
              <a:ext uri="{FF2B5EF4-FFF2-40B4-BE49-F238E27FC236}">
                <a16:creationId xmlns:a16="http://schemas.microsoft.com/office/drawing/2014/main" id="{23CDCE21-55BA-2C68-ACEC-CF0F73B119E3}"/>
              </a:ext>
            </a:extLst>
          </p:cNvPr>
          <p:cNvSpPr>
            <a:spLocks noGrp="1"/>
          </p:cNvSpPr>
          <p:nvPr>
            <p:ph type="sldNum" sz="quarter" idx="5"/>
          </p:nvPr>
        </p:nvSpPr>
        <p:spPr/>
        <p:txBody>
          <a:bodyPr/>
          <a:lstStyle/>
          <a:p>
            <a:pPr rtl="0"/>
            <a:fld id="{8B990660-4B7D-4C11-96DB-B19FFA8CA93C}" type="slidenum">
              <a:rPr lang="en-GB" smtClean="0"/>
              <a:t>32</a:t>
            </a:fld>
            <a:endParaRPr lang="en-GB"/>
          </a:p>
        </p:txBody>
      </p:sp>
    </p:spTree>
    <p:extLst>
      <p:ext uri="{BB962C8B-B14F-4D97-AF65-F5344CB8AC3E}">
        <p14:creationId xmlns:p14="http://schemas.microsoft.com/office/powerpoint/2010/main" val="179613133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noProof="0" dirty="0"/>
          </a:p>
        </p:txBody>
      </p:sp>
      <p:sp>
        <p:nvSpPr>
          <p:cNvPr id="4" name="Slide Number Placeholder 3"/>
          <p:cNvSpPr>
            <a:spLocks noGrp="1"/>
          </p:cNvSpPr>
          <p:nvPr>
            <p:ph type="sldNum" sz="quarter" idx="5"/>
          </p:nvPr>
        </p:nvSpPr>
        <p:spPr/>
        <p:txBody>
          <a:bodyPr/>
          <a:lstStyle/>
          <a:p>
            <a:pPr rtl="0"/>
            <a:fld id="{8B990660-4B7D-4C11-96DB-B19FFA8CA93C}" type="slidenum">
              <a:rPr lang="en-GB" smtClean="0"/>
              <a:t>33</a:t>
            </a:fld>
            <a:endParaRPr lang="en-GB"/>
          </a:p>
        </p:txBody>
      </p:sp>
    </p:spTree>
    <p:extLst>
      <p:ext uri="{BB962C8B-B14F-4D97-AF65-F5344CB8AC3E}">
        <p14:creationId xmlns:p14="http://schemas.microsoft.com/office/powerpoint/2010/main" val="252973872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GB" noProof="0"/>
              <a:t>6.53</a:t>
            </a:r>
          </a:p>
          <a:p>
            <a:pPr algn="ctr" rtl="0"/>
            <a:endParaRPr lang="en-GB" noProof="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rtlCol="0" anchor="b">
            <a:normAutofit/>
          </a:bodyPr>
          <a:lstStyle>
            <a:lvl1pPr algn="l">
              <a:defRPr sz="3800" b="1" baseline="0"/>
            </a:lvl1pPr>
          </a:lstStyle>
          <a:p>
            <a:pPr rtl="0"/>
            <a:r>
              <a:rPr lang="en-GB" noProof="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rtlCol="0">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en-GB" noProof="0"/>
              <a:t>Click to edit Master subtitle style</a:t>
            </a:r>
          </a:p>
        </p:txBody>
      </p:sp>
      <p:grpSp>
        <p:nvGrpSpPr>
          <p:cNvPr id="10" name="Picture Placeholder 16" descr="abstract colou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en-GB" noProof="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rtlCol="0"/>
          <a:lstStyle>
            <a:lvl1pPr algn="r">
              <a:defRPr/>
            </a:lvl1pPr>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grpSp>
        <p:nvGrpSpPr>
          <p:cNvPr id="971" name="Picture Placeholder 986" descr="abstract colou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pPr rtl="0"/>
              <a:endParaRPr lang="en-GB" noProof="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pPr rtl="0"/>
              <a:endParaRPr lang="en-GB" noProof="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pPr rtl="0"/>
              <a:endParaRPr lang="en-GB" noProof="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pPr rtl="0"/>
              <a:endParaRPr lang="en-GB" noProof="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pPr rtl="0"/>
              <a:endParaRPr lang="en-GB" noProof="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pPr rtl="0"/>
              <a:endParaRPr lang="en-GB" noProof="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pPr rtl="0"/>
              <a:endParaRPr lang="en-GB" noProof="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pPr rtl="0"/>
              <a:endParaRPr lang="en-GB" noProof="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pPr rtl="0"/>
              <a:endParaRPr lang="en-GB" noProof="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pPr rtl="0"/>
              <a:endParaRPr lang="en-GB" noProof="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pPr rtl="0"/>
              <a:endParaRPr lang="en-GB" noProof="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pPr rtl="0"/>
              <a:endParaRPr lang="en-GB" noProof="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pPr rtl="0"/>
              <a:endParaRPr lang="en-GB" noProof="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pPr rtl="0"/>
              <a:endParaRPr lang="en-GB" noProof="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pPr rtl="0"/>
              <a:endParaRPr lang="en-GB" noProof="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pPr rtl="0"/>
              <a:endParaRPr lang="en-GB" noProof="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pPr rtl="0"/>
              <a:endParaRPr lang="en-GB" noProof="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pPr rtl="0"/>
              <a:endParaRPr lang="en-GB" noProof="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pPr rtl="0"/>
              <a:endParaRPr lang="en-GB" noProof="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pPr rtl="0"/>
              <a:endParaRPr lang="en-GB" noProof="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pPr rtl="0"/>
              <a:endParaRPr lang="en-GB" noProof="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pPr rtl="0"/>
              <a:endParaRPr lang="en-GB" noProof="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pPr rtl="0"/>
              <a:endParaRPr lang="en-GB" noProof="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pPr rtl="0"/>
              <a:endParaRPr lang="en-GB" noProof="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pPr rtl="0"/>
              <a:endParaRPr lang="en-GB" noProof="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pPr rtl="0"/>
              <a:endParaRPr lang="en-GB" noProof="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pPr rtl="0"/>
              <a:endParaRPr lang="en-GB" noProof="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pPr rtl="0"/>
              <a:endParaRPr lang="en-GB" noProof="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pPr rtl="0"/>
              <a:endParaRPr lang="en-GB" noProof="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pPr rtl="0"/>
              <a:endParaRPr lang="en-GB" noProof="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pPr rtl="0"/>
              <a:endParaRPr lang="en-GB" noProof="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pPr rtl="0"/>
              <a:endParaRPr lang="en-GB" noProof="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pPr rtl="0"/>
              <a:endParaRPr lang="en-GB" noProof="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pPr rtl="0"/>
              <a:endParaRPr lang="en-GB" noProof="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pPr rtl="0"/>
              <a:endParaRPr lang="en-GB" noProof="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pPr rtl="0"/>
              <a:endParaRPr lang="en-GB" noProof="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pPr rtl="0"/>
              <a:endParaRPr lang="en-GB" noProof="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pPr rtl="0"/>
              <a:endParaRPr lang="en-GB" noProof="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pPr rtl="0"/>
              <a:endParaRPr lang="en-GB" noProof="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pPr rtl="0"/>
              <a:endParaRPr lang="en-GB" noProof="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pPr rtl="0"/>
              <a:endParaRPr lang="en-GB" noProof="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pPr rtl="0"/>
              <a:endParaRPr lang="en-GB" noProof="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pPr rtl="0"/>
              <a:endParaRPr lang="en-GB" noProof="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pPr rtl="0"/>
              <a:endParaRPr lang="en-GB" noProof="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pPr rtl="0"/>
              <a:endParaRPr lang="en-GB" noProof="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pPr rtl="0"/>
              <a:endParaRPr lang="en-GB" noProof="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pPr rtl="0"/>
              <a:endParaRPr lang="en-GB" noProof="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pPr rtl="0"/>
              <a:endParaRPr lang="en-GB" noProof="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pPr rtl="0"/>
              <a:endParaRPr lang="en-GB" noProof="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pPr rtl="0"/>
              <a:endParaRPr lang="en-GB" noProof="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pPr rtl="0"/>
              <a:endParaRPr lang="en-GB" noProof="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pPr rtl="0"/>
              <a:endParaRPr lang="en-GB" noProof="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pPr rtl="0"/>
              <a:endParaRPr lang="en-GB" noProof="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pPr rtl="0"/>
              <a:endParaRPr lang="en-GB" noProof="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pPr rtl="0"/>
              <a:endParaRPr lang="en-GB" noProof="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pPr rtl="0"/>
              <a:endParaRPr lang="en-GB" noProof="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pPr rtl="0"/>
              <a:endParaRPr lang="en-GB" noProof="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pPr rtl="0"/>
              <a:endParaRPr lang="en-GB" noProof="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pPr rtl="0"/>
              <a:endParaRPr lang="en-GB" noProof="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pPr rtl="0"/>
              <a:endParaRPr lang="en-GB" noProof="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pPr rtl="0"/>
              <a:endParaRPr lang="en-GB" noProof="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pPr rtl="0"/>
              <a:endParaRPr lang="en-GB" noProof="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pPr rtl="0"/>
              <a:endParaRPr lang="en-GB" noProof="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pPr rtl="0"/>
              <a:endParaRPr lang="en-GB" noProof="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pPr rtl="0"/>
              <a:endParaRPr lang="en-GB" noProof="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pPr rtl="0"/>
              <a:endParaRPr lang="en-GB" noProof="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pPr rtl="0"/>
              <a:endParaRPr lang="en-GB" noProof="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pPr rtl="0"/>
              <a:endParaRPr lang="en-GB" noProof="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pPr rtl="0"/>
              <a:endParaRPr lang="en-GB" noProof="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pPr rtl="0"/>
              <a:endParaRPr lang="en-GB" noProof="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pPr rtl="0"/>
              <a:endParaRPr lang="en-GB" noProof="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pPr rtl="0"/>
              <a:endParaRPr lang="en-GB" noProof="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pPr rtl="0"/>
              <a:endParaRPr lang="en-GB" noProof="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pPr rtl="0"/>
              <a:endParaRPr lang="en-GB" noProof="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pPr rtl="0"/>
              <a:endParaRPr lang="en-GB" noProof="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pPr rtl="0"/>
              <a:endParaRPr lang="en-GB" noProof="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pPr rtl="0"/>
              <a:endParaRPr lang="en-GB" noProof="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pPr rtl="0"/>
              <a:endParaRPr lang="en-GB" noProof="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pPr rtl="0"/>
              <a:endParaRPr lang="en-GB" noProof="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pPr rtl="0"/>
              <a:endParaRPr lang="en-GB" noProof="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pPr rtl="0"/>
              <a:endParaRPr lang="en-GB" noProof="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pPr rtl="0"/>
              <a:endParaRPr lang="en-GB" noProof="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pPr rtl="0"/>
              <a:endParaRPr lang="en-GB" noProof="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pPr rtl="0"/>
              <a:endParaRPr lang="en-GB" noProof="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pPr rtl="0"/>
              <a:endParaRPr lang="en-GB" noProof="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pPr rtl="0"/>
              <a:endParaRPr lang="en-GB" noProof="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pPr rtl="0"/>
              <a:endParaRPr lang="en-GB" noProof="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pPr rtl="0"/>
              <a:endParaRPr lang="en-GB" noProof="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pPr rtl="0"/>
              <a:endParaRPr lang="en-GB" noProof="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pPr rtl="0"/>
              <a:endParaRPr lang="en-GB" noProof="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pPr rtl="0"/>
              <a:endParaRPr lang="en-GB" noProof="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pPr rtl="0"/>
              <a:endParaRPr lang="en-GB" noProof="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pPr rtl="0"/>
              <a:endParaRPr lang="en-GB" noProof="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pPr rtl="0"/>
              <a:endParaRPr lang="en-GB" noProof="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pPr rtl="0"/>
              <a:endParaRPr lang="en-GB" noProof="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pPr rtl="0"/>
              <a:endParaRPr lang="en-GB" noProof="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pPr rtl="0"/>
              <a:endParaRPr lang="en-GB" noProof="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pPr rtl="0"/>
              <a:endParaRPr lang="en-GB" noProof="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pPr rtl="0"/>
              <a:endParaRPr lang="en-GB" noProof="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pPr rtl="0"/>
              <a:endParaRPr lang="en-GB" noProof="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pPr rtl="0"/>
              <a:endParaRPr lang="en-GB" noProof="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pPr rtl="0"/>
              <a:endParaRPr lang="en-GB" noProof="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pPr rtl="0"/>
              <a:endParaRPr lang="en-GB" noProof="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pPr rtl="0"/>
              <a:endParaRPr lang="en-GB" noProof="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pPr rtl="0"/>
              <a:endParaRPr lang="en-GB" noProof="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pPr rtl="0"/>
              <a:endParaRPr lang="en-GB" noProof="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pPr rtl="0"/>
              <a:endParaRPr lang="en-GB" noProof="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pPr rtl="0"/>
              <a:endParaRPr lang="en-GB" noProof="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pPr rtl="0"/>
              <a:endParaRPr lang="en-GB" noProof="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pPr rtl="0"/>
              <a:endParaRPr lang="en-GB" noProof="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pPr rtl="0"/>
              <a:endParaRPr lang="en-GB" noProof="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pPr rtl="0"/>
              <a:endParaRPr lang="en-GB" noProof="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pPr rtl="0"/>
              <a:endParaRPr lang="en-GB" noProof="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pPr rtl="0"/>
              <a:endParaRPr lang="en-GB" noProof="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pPr rtl="0"/>
              <a:endParaRPr lang="en-GB" noProof="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pPr rtl="0"/>
              <a:endParaRPr lang="en-GB" noProof="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pPr rtl="0"/>
              <a:endParaRPr lang="en-GB" noProof="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pPr rtl="0"/>
              <a:endParaRPr lang="en-GB" noProof="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pPr rtl="0"/>
              <a:endParaRPr lang="en-GB" noProof="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pPr rtl="0"/>
              <a:endParaRPr lang="en-GB" noProof="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pPr rtl="0"/>
              <a:endParaRPr lang="en-GB" noProof="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pPr rtl="0"/>
              <a:endParaRPr lang="en-GB" noProof="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pPr rtl="0"/>
              <a:endParaRPr lang="en-GB" noProof="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pPr rtl="0"/>
              <a:endParaRPr lang="en-GB" noProof="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pPr rtl="0"/>
              <a:endParaRPr lang="en-GB" noProof="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pPr rtl="0"/>
              <a:endParaRPr lang="en-GB" noProof="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pPr rtl="0"/>
              <a:endParaRPr lang="en-GB" noProof="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pPr rtl="0"/>
              <a:endParaRPr lang="en-GB" noProof="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pPr rtl="0"/>
              <a:endParaRPr lang="en-GB" noProof="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pPr rtl="0"/>
              <a:endParaRPr lang="en-GB" noProof="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pPr rtl="0"/>
              <a:endParaRPr lang="en-GB" noProof="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pPr rtl="0"/>
              <a:endParaRPr lang="en-GB" noProof="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pPr rtl="0"/>
              <a:endParaRPr lang="en-GB" noProof="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pPr rtl="0"/>
              <a:endParaRPr lang="en-GB" noProof="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pPr rtl="0"/>
              <a:endParaRPr lang="en-GB" noProof="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pPr rtl="0"/>
              <a:endParaRPr lang="en-GB" noProof="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pPr rtl="0"/>
              <a:endParaRPr lang="en-GB" noProof="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pPr rtl="0"/>
              <a:endParaRPr lang="en-GB" noProof="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pPr rtl="0"/>
              <a:endParaRPr lang="en-GB" noProof="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pPr rtl="0"/>
              <a:endParaRPr lang="en-GB" noProof="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pPr rtl="0"/>
              <a:endParaRPr lang="en-GB" noProof="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pPr rtl="0"/>
              <a:endParaRPr lang="en-GB" noProof="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pPr rtl="0"/>
              <a:endParaRPr lang="en-GB" noProof="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pPr rtl="0"/>
              <a:endParaRPr lang="en-GB" noProof="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pPr rtl="0"/>
              <a:endParaRPr lang="en-GB" noProof="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pPr rtl="0"/>
              <a:endParaRPr lang="en-GB" noProof="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pPr rtl="0"/>
              <a:endParaRPr lang="en-GB" noProof="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pPr rtl="0"/>
              <a:endParaRPr lang="en-GB" noProof="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pPr rtl="0"/>
              <a:endParaRPr lang="en-GB" noProof="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pPr rtl="0"/>
              <a:endParaRPr lang="en-GB" noProof="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pPr rtl="0"/>
              <a:endParaRPr lang="en-GB" noProof="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pPr rtl="0"/>
              <a:endParaRPr lang="en-GB" noProof="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pPr rtl="0"/>
              <a:endParaRPr lang="en-GB" noProof="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pPr rtl="0"/>
              <a:endParaRPr lang="en-GB" noProof="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pPr rtl="0"/>
              <a:endParaRPr lang="en-GB" noProof="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pPr rtl="0"/>
              <a:endParaRPr lang="en-GB" noProof="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pPr rtl="0"/>
              <a:endParaRPr lang="en-GB" noProof="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pPr rtl="0"/>
              <a:endParaRPr lang="en-GB" noProof="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pPr rtl="0"/>
              <a:endParaRPr lang="en-GB" noProof="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pPr rtl="0"/>
              <a:endParaRPr lang="en-GB" noProof="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pPr rtl="0"/>
              <a:endParaRPr lang="en-GB" noProof="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pPr rtl="0"/>
              <a:endParaRPr lang="en-GB" noProof="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pPr rtl="0"/>
              <a:endParaRPr lang="en-GB" noProof="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pPr rtl="0"/>
              <a:endParaRPr lang="en-GB" noProof="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pPr rtl="0"/>
              <a:endParaRPr lang="en-GB" noProof="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pPr rtl="0"/>
              <a:endParaRPr lang="en-GB" noProof="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pPr rtl="0"/>
              <a:endParaRPr lang="en-GB" noProof="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pPr rtl="0"/>
              <a:endParaRPr lang="en-GB" noProof="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pPr rtl="0"/>
              <a:endParaRPr lang="en-GB" noProof="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pPr rtl="0"/>
              <a:endParaRPr lang="en-GB" noProof="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pPr rtl="0"/>
              <a:endParaRPr lang="en-GB" noProof="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pPr rtl="0"/>
              <a:endParaRPr lang="en-GB" noProof="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pPr rtl="0"/>
              <a:endParaRPr lang="en-GB" noProof="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pPr rtl="0"/>
              <a:endParaRPr lang="en-GB" noProof="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pPr rtl="0"/>
              <a:endParaRPr lang="en-GB" noProof="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pPr rtl="0"/>
              <a:endParaRPr lang="en-GB" noProof="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pPr rtl="0"/>
              <a:endParaRPr lang="en-GB" noProof="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pPr rtl="0"/>
              <a:endParaRPr lang="en-GB" noProof="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pPr rtl="0"/>
              <a:endParaRPr lang="en-GB" noProof="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pPr rtl="0"/>
              <a:endParaRPr lang="en-GB" noProof="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pPr rtl="0"/>
              <a:endParaRPr lang="en-GB" noProof="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pPr rtl="0"/>
              <a:endParaRPr lang="en-GB" noProof="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pPr rtl="0"/>
              <a:endParaRPr lang="en-GB" noProof="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pPr rtl="0"/>
              <a:endParaRPr lang="en-GB" noProof="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pPr rtl="0"/>
              <a:endParaRPr lang="en-GB" noProof="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pPr rtl="0"/>
              <a:endParaRPr lang="en-GB" noProof="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pPr rtl="0"/>
              <a:endParaRPr lang="en-GB" noProof="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pPr rtl="0"/>
              <a:endParaRPr lang="en-GB" noProof="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pPr rtl="0"/>
              <a:endParaRPr lang="en-GB" noProof="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pPr rtl="0"/>
              <a:endParaRPr lang="en-GB" noProof="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pPr rtl="0"/>
              <a:endParaRPr lang="en-GB" noProof="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pPr rtl="0"/>
              <a:endParaRPr lang="en-GB" noProof="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pPr rtl="0"/>
              <a:endParaRPr lang="en-GB" noProof="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pPr rtl="0"/>
              <a:endParaRPr lang="en-GB" noProof="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pPr rtl="0"/>
              <a:endParaRPr lang="en-GB" noProof="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pPr rtl="0"/>
              <a:endParaRPr lang="en-GB" noProof="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pPr rtl="0"/>
              <a:endParaRPr lang="en-GB" noProof="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pPr rtl="0"/>
              <a:endParaRPr lang="en-GB" noProof="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pPr rtl="0"/>
              <a:endParaRPr lang="en-GB" noProof="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pPr rtl="0"/>
              <a:endParaRPr lang="en-GB" noProof="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pPr rtl="0"/>
              <a:endParaRPr lang="en-GB" noProof="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pPr rtl="0"/>
              <a:endParaRPr lang="en-GB" noProof="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pPr rtl="0"/>
              <a:endParaRPr lang="en-GB" noProof="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pPr rtl="0"/>
              <a:endParaRPr lang="en-GB" noProof="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pPr rtl="0"/>
              <a:endParaRPr lang="en-GB" noProof="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pPr rtl="0"/>
              <a:endParaRPr lang="en-GB" noProof="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pPr rtl="0"/>
              <a:endParaRPr lang="en-GB" noProof="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pPr rtl="0"/>
              <a:endParaRPr lang="en-GB" noProof="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pPr rtl="0"/>
              <a:endParaRPr lang="en-GB" noProof="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pPr rtl="0"/>
              <a:endParaRPr lang="en-GB" noProof="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pPr rtl="0"/>
              <a:endParaRPr lang="en-GB" noProof="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pPr rtl="0"/>
              <a:endParaRPr lang="en-GB" noProof="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pPr rtl="0"/>
              <a:endParaRPr lang="en-GB" noProof="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pPr rtl="0"/>
              <a:endParaRPr lang="en-GB" noProof="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pPr rtl="0"/>
              <a:endParaRPr lang="en-GB" noProof="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pPr rtl="0"/>
              <a:endParaRPr lang="en-GB" noProof="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pPr rtl="0"/>
              <a:endParaRPr lang="en-GB" noProof="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pPr rtl="0"/>
              <a:endParaRPr lang="en-GB" noProof="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pPr rtl="0"/>
              <a:endParaRPr lang="en-GB" noProof="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pPr rtl="0"/>
              <a:endParaRPr lang="en-GB" noProof="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pPr rtl="0"/>
              <a:endParaRPr lang="en-GB" noProof="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pPr rtl="0"/>
              <a:endParaRPr lang="en-GB" noProof="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pPr rtl="0"/>
              <a:endParaRPr lang="en-GB" noProof="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pPr rtl="0"/>
              <a:endParaRPr lang="en-GB" noProof="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pPr rtl="0"/>
              <a:endParaRPr lang="en-GB" noProof="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pPr rtl="0"/>
              <a:endParaRPr lang="en-GB" noProof="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pPr rtl="0"/>
              <a:endParaRPr lang="en-GB" noProof="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pPr rtl="0"/>
              <a:endParaRPr lang="en-GB" noProof="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pPr rtl="0"/>
              <a:endParaRPr lang="en-GB" noProof="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pPr rtl="0"/>
              <a:endParaRPr lang="en-GB" noProof="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pPr rtl="0"/>
              <a:endParaRPr lang="en-GB" noProof="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pPr rtl="0"/>
              <a:endParaRPr lang="en-GB" noProof="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pPr rtl="0"/>
              <a:endParaRPr lang="en-GB" noProof="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pPr rtl="0"/>
              <a:endParaRPr lang="en-GB" noProof="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pPr rtl="0"/>
              <a:endParaRPr lang="en-GB" noProof="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pPr rtl="0"/>
              <a:endParaRPr lang="en-GB" noProof="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pPr rtl="0"/>
              <a:endParaRPr lang="en-GB" noProof="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pPr rtl="0"/>
              <a:endParaRPr lang="en-GB" noProof="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pPr rtl="0"/>
              <a:endParaRPr lang="en-GB" noProof="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pPr rtl="0"/>
              <a:endParaRPr lang="en-GB" noProof="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pPr rtl="0"/>
              <a:endParaRPr lang="en-GB" noProof="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pPr rtl="0"/>
              <a:endParaRPr lang="en-GB" noProof="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pPr rtl="0"/>
              <a:endParaRPr lang="en-GB" noProof="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pPr rtl="0"/>
              <a:endParaRPr lang="en-GB" noProof="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pPr rtl="0"/>
              <a:endParaRPr lang="en-GB" noProof="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pPr rtl="0"/>
              <a:endParaRPr lang="en-GB" noProof="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pPr rtl="0"/>
              <a:endParaRPr lang="en-GB" noProof="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pPr rtl="0"/>
              <a:endParaRPr lang="en-GB" noProof="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pPr rtl="0"/>
              <a:endParaRPr lang="en-GB" noProof="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pPr rtl="0"/>
              <a:endParaRPr lang="en-GB" noProof="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pPr rtl="0"/>
              <a:endParaRPr lang="en-GB" noProof="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pPr rtl="0"/>
              <a:endParaRPr lang="en-GB" noProof="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pPr rtl="0"/>
              <a:endParaRPr lang="en-GB" noProof="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pPr rtl="0"/>
              <a:endParaRPr lang="en-GB" noProof="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pPr rtl="0"/>
              <a:endParaRPr lang="en-GB" noProof="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pPr rtl="0"/>
              <a:endParaRPr lang="en-GB" noProof="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pPr rtl="0"/>
              <a:endParaRPr lang="en-GB" noProof="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pPr rtl="0"/>
              <a:endParaRPr lang="en-GB" noProof="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pPr rtl="0"/>
              <a:endParaRPr lang="en-GB" noProof="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pPr rtl="0"/>
              <a:endParaRPr lang="en-GB" noProof="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pPr rtl="0"/>
              <a:endParaRPr lang="en-GB" noProof="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pPr rtl="0"/>
              <a:endParaRPr lang="en-GB" noProof="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pPr rtl="0"/>
              <a:endParaRPr lang="en-GB" noProof="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pPr rtl="0"/>
              <a:endParaRPr lang="en-GB" noProof="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pPr rtl="0"/>
              <a:endParaRPr lang="en-GB" noProof="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pPr rtl="0"/>
              <a:endParaRPr lang="en-GB" noProof="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pPr rtl="0"/>
              <a:endParaRPr lang="en-GB" noProof="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pPr rtl="0"/>
              <a:endParaRPr lang="en-GB" noProof="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pPr rtl="0"/>
              <a:endParaRPr lang="en-GB" noProof="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pPr rtl="0"/>
              <a:endParaRPr lang="en-GB" noProof="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pPr rtl="0"/>
              <a:endParaRPr lang="en-GB" noProof="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pPr rtl="0"/>
              <a:endParaRPr lang="en-GB" noProof="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pPr rtl="0"/>
              <a:endParaRPr lang="en-GB" noProof="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pPr rtl="0"/>
              <a:endParaRPr lang="en-GB" noProof="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pPr rtl="0"/>
              <a:endParaRPr lang="en-GB" noProof="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pPr rtl="0"/>
              <a:endParaRPr lang="en-GB" noProof="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pPr rtl="0"/>
              <a:endParaRPr lang="en-GB" noProof="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pPr rtl="0"/>
              <a:endParaRPr lang="en-GB" noProof="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pPr rtl="0"/>
              <a:endParaRPr lang="en-GB" noProof="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pPr rtl="0"/>
              <a:endParaRPr lang="en-GB" noProof="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pPr rtl="0"/>
              <a:endParaRPr lang="en-GB" noProof="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pPr rtl="0"/>
              <a:endParaRPr lang="en-GB" noProof="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pPr rtl="0"/>
              <a:endParaRPr lang="en-GB" noProof="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pPr rtl="0"/>
              <a:endParaRPr lang="en-GB" noProof="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pPr rtl="0"/>
              <a:endParaRPr lang="en-GB" noProof="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pPr rtl="0"/>
              <a:endParaRPr lang="en-GB" noProof="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pPr rtl="0"/>
              <a:endParaRPr lang="en-GB" noProof="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pPr rtl="0"/>
              <a:endParaRPr lang="en-GB" noProof="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pPr rtl="0"/>
              <a:endParaRPr lang="en-GB" noProof="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pPr rtl="0"/>
              <a:endParaRPr lang="en-GB" noProof="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pPr rtl="0"/>
              <a:endParaRPr lang="en-GB" noProof="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pPr rtl="0"/>
              <a:endParaRPr lang="en-GB" noProof="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pPr rtl="0"/>
              <a:endParaRPr lang="en-GB" noProof="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pPr rtl="0"/>
              <a:endParaRPr lang="en-GB" noProof="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pPr rtl="0"/>
              <a:endParaRPr lang="en-GB" noProof="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pPr rtl="0"/>
              <a:endParaRPr lang="en-GB" noProof="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pPr rtl="0"/>
              <a:endParaRPr lang="en-GB" noProof="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pPr rtl="0"/>
              <a:endParaRPr lang="en-GB" noProof="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pPr rtl="0"/>
              <a:endParaRPr lang="en-GB" noProof="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pPr rtl="0"/>
              <a:endParaRPr lang="en-GB" noProof="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pPr rtl="0"/>
              <a:endParaRPr lang="en-GB" noProof="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pPr rtl="0"/>
              <a:endParaRPr lang="en-GB" noProof="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pPr rtl="0"/>
              <a:endParaRPr lang="en-GB" noProof="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pPr rtl="0"/>
              <a:endParaRPr lang="en-GB" noProof="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pPr rtl="0"/>
              <a:endParaRPr lang="en-GB" noProof="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pPr rtl="0"/>
              <a:endParaRPr lang="en-GB" noProof="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pPr rtl="0"/>
              <a:endParaRPr lang="en-GB" noProof="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pPr rtl="0"/>
              <a:endParaRPr lang="en-GB" noProof="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pPr rtl="0"/>
              <a:endParaRPr lang="en-GB" noProof="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pPr rtl="0"/>
              <a:endParaRPr lang="en-GB" noProof="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pPr rtl="0"/>
              <a:endParaRPr lang="en-GB" noProof="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pPr rtl="0"/>
              <a:endParaRPr lang="en-GB" noProof="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pPr rtl="0"/>
              <a:endParaRPr lang="en-GB" noProof="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pPr rtl="0"/>
              <a:endParaRPr lang="en-GB" noProof="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pPr rtl="0"/>
              <a:endParaRPr lang="en-GB" noProof="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pPr rtl="0"/>
              <a:endParaRPr lang="en-GB" noProof="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pPr rtl="0"/>
              <a:endParaRPr lang="en-GB" noProof="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pPr rtl="0"/>
              <a:endParaRPr lang="en-GB" noProof="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pPr rtl="0"/>
              <a:endParaRPr lang="en-GB" noProof="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pPr rtl="0"/>
              <a:endParaRPr lang="en-GB" noProof="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pPr rtl="0"/>
              <a:endParaRPr lang="en-GB" noProof="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pPr rtl="0"/>
              <a:endParaRPr lang="en-GB" noProof="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pPr rtl="0"/>
              <a:endParaRPr lang="en-GB" noProof="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pPr rtl="0"/>
              <a:endParaRPr lang="en-GB" noProof="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pPr rtl="0"/>
              <a:endParaRPr lang="en-GB" noProof="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pPr rtl="0"/>
              <a:endParaRPr lang="en-GB" noProof="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pPr rtl="0"/>
              <a:endParaRPr lang="en-GB" noProof="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pPr rtl="0"/>
              <a:endParaRPr lang="en-GB" noProof="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pPr rtl="0"/>
              <a:endParaRPr lang="en-GB" noProof="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pPr rtl="0"/>
              <a:endParaRPr lang="en-GB" noProof="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pPr rtl="0"/>
              <a:endParaRPr lang="en-GB" noProof="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pPr rtl="0"/>
              <a:endParaRPr lang="en-GB" noProof="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pPr rtl="0"/>
              <a:endParaRPr lang="en-GB" noProof="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pPr rtl="0"/>
              <a:endParaRPr lang="en-GB" noProof="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pPr rtl="0"/>
              <a:endParaRPr lang="en-GB" noProof="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pPr rtl="0"/>
              <a:endParaRPr lang="en-GB" noProof="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pPr rtl="0"/>
              <a:endParaRPr lang="en-GB" noProof="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pPr rtl="0"/>
              <a:endParaRPr lang="en-GB" noProof="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pPr rtl="0"/>
              <a:endParaRPr lang="en-GB" noProof="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pPr rtl="0"/>
              <a:endParaRPr lang="en-GB" noProof="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pPr rtl="0"/>
              <a:endParaRPr lang="en-GB" noProof="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pPr rtl="0"/>
              <a:endParaRPr lang="en-GB" noProof="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pPr rtl="0"/>
              <a:endParaRPr lang="en-GB" noProof="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pPr rtl="0"/>
              <a:endParaRPr lang="en-GB" noProof="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pPr rtl="0"/>
              <a:endParaRPr lang="en-GB" noProof="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pPr rtl="0"/>
              <a:endParaRPr lang="en-GB" noProof="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pPr rtl="0"/>
              <a:endParaRPr lang="en-GB" noProof="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pPr rtl="0"/>
              <a:endParaRPr lang="en-GB" noProof="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pPr rtl="0"/>
              <a:endParaRPr lang="en-GB" noProof="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pPr rtl="0"/>
              <a:endParaRPr lang="en-GB" noProof="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pPr rtl="0"/>
              <a:endParaRPr lang="en-GB" noProof="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pPr rtl="0"/>
              <a:endParaRPr lang="en-GB" noProof="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pPr rtl="0"/>
              <a:endParaRPr lang="en-GB" noProof="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pPr rtl="0"/>
              <a:endParaRPr lang="en-GB" noProof="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pPr rtl="0"/>
              <a:endParaRPr lang="en-GB" noProof="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pPr rtl="0"/>
              <a:endParaRPr lang="en-GB" noProof="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pPr rtl="0"/>
              <a:endParaRPr lang="en-GB" noProof="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pPr rtl="0"/>
              <a:endParaRPr lang="en-GB" noProof="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pPr rtl="0"/>
              <a:endParaRPr lang="en-GB" noProof="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pPr rtl="0"/>
              <a:endParaRPr lang="en-GB" noProof="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pPr rtl="0"/>
              <a:endParaRPr lang="en-GB" noProof="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pPr rtl="0"/>
              <a:endParaRPr lang="en-GB" noProof="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pPr rtl="0"/>
              <a:endParaRPr lang="en-GB" noProof="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pPr rtl="0"/>
              <a:endParaRPr lang="en-GB" noProof="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pPr rtl="0"/>
              <a:endParaRPr lang="en-GB" noProof="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pPr rtl="0"/>
              <a:endParaRPr lang="en-GB" noProof="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pPr rtl="0"/>
              <a:endParaRPr lang="en-GB" noProof="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pPr rtl="0"/>
              <a:endParaRPr lang="en-GB" noProof="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pPr rtl="0"/>
              <a:endParaRPr lang="en-GB" noProof="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pPr rtl="0"/>
              <a:endParaRPr lang="en-GB" noProof="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pPr rtl="0"/>
              <a:endParaRPr lang="en-GB" noProof="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pPr rtl="0"/>
              <a:endParaRPr lang="en-GB" noProof="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pPr rtl="0"/>
              <a:endParaRPr lang="en-GB" noProof="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pPr rtl="0"/>
              <a:endParaRPr lang="en-GB" noProof="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pPr rtl="0"/>
              <a:endParaRPr lang="en-GB" noProof="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pPr rtl="0"/>
              <a:endParaRPr lang="en-GB" noProof="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pPr rtl="0"/>
              <a:endParaRPr lang="en-GB" noProof="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pPr rtl="0"/>
              <a:endParaRPr lang="en-GB" noProof="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pPr rtl="0"/>
              <a:endParaRPr lang="en-GB" noProof="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pPr rtl="0"/>
              <a:endParaRPr lang="en-GB" noProof="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pPr rtl="0"/>
              <a:endParaRPr lang="en-GB" noProof="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pPr rtl="0"/>
              <a:endParaRPr lang="en-GB" noProof="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pPr rtl="0"/>
              <a:endParaRPr lang="en-GB" noProof="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pPr rtl="0"/>
              <a:endParaRPr lang="en-GB" noProof="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pPr rtl="0"/>
              <a:endParaRPr lang="en-GB" noProof="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pPr rtl="0"/>
              <a:endParaRPr lang="en-GB" noProof="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pPr rtl="0"/>
              <a:endParaRPr lang="en-GB" noProof="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pPr rtl="0"/>
              <a:endParaRPr lang="en-GB" noProof="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pPr rtl="0"/>
              <a:endParaRPr lang="en-GB" noProof="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pPr rtl="0"/>
              <a:endParaRPr lang="en-GB" noProof="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pPr rtl="0"/>
              <a:endParaRPr lang="en-GB" noProof="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pPr rtl="0"/>
              <a:endParaRPr lang="en-GB" noProof="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pPr rtl="0"/>
              <a:endParaRPr lang="en-GB" noProof="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pPr rtl="0"/>
              <a:endParaRPr lang="en-GB" noProof="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pPr rtl="0"/>
              <a:endParaRPr lang="en-GB" noProof="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pPr rtl="0"/>
              <a:endParaRPr lang="en-GB" noProof="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pPr rtl="0"/>
              <a:endParaRPr lang="en-GB" noProof="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pPr rtl="0"/>
              <a:endParaRPr lang="en-GB" noProof="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pPr rtl="0"/>
              <a:endParaRPr lang="en-GB" noProof="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pPr rtl="0"/>
              <a:endParaRPr lang="en-GB" noProof="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pPr rtl="0"/>
              <a:endParaRPr lang="en-GB" noProof="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pPr rtl="0"/>
              <a:endParaRPr lang="en-GB" noProof="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pPr rtl="0"/>
              <a:endParaRPr lang="en-GB" noProof="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pPr rtl="0"/>
              <a:endParaRPr lang="en-GB" noProof="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pPr rtl="0"/>
              <a:endParaRPr lang="en-GB" noProof="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pPr rtl="0"/>
              <a:endParaRPr lang="en-GB" noProof="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pPr rtl="0"/>
              <a:endParaRPr lang="en-GB" noProof="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pPr rtl="0"/>
              <a:endParaRPr lang="en-GB" noProof="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pPr rtl="0"/>
              <a:endParaRPr lang="en-GB" noProof="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pPr rtl="0"/>
              <a:endParaRPr lang="en-GB" noProof="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pPr rtl="0"/>
              <a:endParaRPr lang="en-GB" noProof="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pPr rtl="0"/>
              <a:endParaRPr lang="en-GB" noProof="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pPr rtl="0"/>
              <a:endParaRPr lang="en-GB" noProof="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pPr rtl="0"/>
              <a:endParaRPr lang="en-GB" noProof="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pPr rtl="0"/>
              <a:endParaRPr lang="en-GB" noProof="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pPr rtl="0"/>
              <a:endParaRPr lang="en-GB" noProof="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pPr rtl="0"/>
              <a:endParaRPr lang="en-GB" noProof="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pPr rtl="0"/>
              <a:endParaRPr lang="en-GB" noProof="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pPr rtl="0"/>
              <a:endParaRPr lang="en-GB" noProof="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pPr rtl="0"/>
              <a:endParaRPr lang="en-GB" noProof="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pPr rtl="0"/>
              <a:endParaRPr lang="en-GB" noProof="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pPr rtl="0"/>
              <a:endParaRPr lang="en-GB" noProof="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pPr rtl="0"/>
              <a:endParaRPr lang="en-GB" noProof="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pPr rtl="0"/>
              <a:endParaRPr lang="en-GB" noProof="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pPr rtl="0"/>
              <a:endParaRPr lang="en-GB" noProof="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pPr rtl="0"/>
              <a:endParaRPr lang="en-GB" noProof="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pPr rtl="0"/>
              <a:endParaRPr lang="en-GB" noProof="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pPr rtl="0"/>
              <a:endParaRPr lang="en-GB" noProof="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pPr rtl="0"/>
              <a:endParaRPr lang="en-GB" noProof="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pPr rtl="0"/>
              <a:endParaRPr lang="en-GB" noProof="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pPr rtl="0"/>
              <a:endParaRPr lang="en-GB" noProof="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pPr rtl="0"/>
              <a:endParaRPr lang="en-GB" noProof="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pPr rtl="0"/>
              <a:endParaRPr lang="en-GB" noProof="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pPr rtl="0"/>
              <a:endParaRPr lang="en-GB" noProof="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pPr rtl="0"/>
              <a:endParaRPr lang="en-GB" noProof="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pPr rtl="0"/>
              <a:endParaRPr lang="en-GB" noProof="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pPr rtl="0"/>
              <a:endParaRPr lang="en-GB" noProof="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pPr rtl="0"/>
              <a:endParaRPr lang="en-GB" noProof="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pPr rtl="0"/>
              <a:endParaRPr lang="en-GB" noProof="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pPr rtl="0"/>
              <a:endParaRPr lang="en-GB" noProof="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pPr rtl="0"/>
              <a:endParaRPr lang="en-GB" noProof="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pPr rtl="0"/>
              <a:endParaRPr lang="en-GB" noProof="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pPr rtl="0"/>
              <a:endParaRPr lang="en-GB" noProof="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pPr rtl="0"/>
              <a:endParaRPr lang="en-GB" noProof="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pPr rtl="0"/>
              <a:endParaRPr lang="en-GB" noProof="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pPr rtl="0"/>
              <a:endParaRPr lang="en-GB" noProof="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pPr rtl="0"/>
              <a:endParaRPr lang="en-GB" noProof="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pPr rtl="0"/>
              <a:endParaRPr lang="en-GB" noProof="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pPr rtl="0"/>
              <a:endParaRPr lang="en-GB" noProof="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pPr rtl="0"/>
              <a:endParaRPr lang="en-GB" noProof="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pPr rtl="0"/>
              <a:endParaRPr lang="en-GB" noProof="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pPr rtl="0"/>
              <a:endParaRPr lang="en-GB" noProof="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pPr rtl="0"/>
              <a:endParaRPr lang="en-GB" noProof="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pPr rtl="0"/>
              <a:endParaRPr lang="en-GB" noProof="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pPr rtl="0"/>
              <a:endParaRPr lang="en-GB" noProof="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pPr rtl="0"/>
              <a:endParaRPr lang="en-GB" noProof="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pPr rtl="0"/>
              <a:endParaRPr lang="en-GB" noProof="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pPr rtl="0"/>
              <a:endParaRPr lang="en-GB" noProof="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pPr rtl="0"/>
              <a:endParaRPr lang="en-GB" noProof="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pPr rtl="0"/>
              <a:endParaRPr lang="en-GB" noProof="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pPr rtl="0"/>
              <a:endParaRPr lang="en-GB" noProof="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pPr rtl="0"/>
              <a:endParaRPr lang="en-GB" noProof="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pPr rtl="0"/>
              <a:endParaRPr lang="en-GB" noProof="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pPr rtl="0"/>
              <a:endParaRPr lang="en-GB" noProof="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pPr rtl="0"/>
              <a:endParaRPr lang="en-GB" noProof="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pPr rtl="0"/>
              <a:endParaRPr lang="en-GB" noProof="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pPr rtl="0"/>
              <a:endParaRPr lang="en-GB" noProof="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pPr rtl="0"/>
              <a:endParaRPr lang="en-GB" noProof="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pPr rtl="0"/>
              <a:endParaRPr lang="en-GB" noProof="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pPr rtl="0"/>
              <a:endParaRPr lang="en-GB" noProof="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pPr rtl="0"/>
              <a:endParaRPr lang="en-GB" noProof="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pPr rtl="0"/>
              <a:endParaRPr lang="en-GB" noProof="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pPr rtl="0"/>
              <a:endParaRPr lang="en-GB" noProof="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pPr rtl="0"/>
              <a:endParaRPr lang="en-GB" noProof="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pPr rtl="0"/>
              <a:endParaRPr lang="en-GB" noProof="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pPr rtl="0"/>
              <a:endParaRPr lang="en-GB" noProof="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pPr rtl="0"/>
              <a:endParaRPr lang="en-GB" noProof="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pPr rtl="0"/>
              <a:endParaRPr lang="en-GB" noProof="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pPr rtl="0"/>
              <a:endParaRPr lang="en-GB" noProof="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pPr rtl="0"/>
              <a:endParaRPr lang="en-GB" noProof="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pPr rtl="0"/>
              <a:endParaRPr lang="en-GB" noProof="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pPr rtl="0"/>
              <a:endParaRPr lang="en-GB" noProof="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pPr rtl="0"/>
              <a:endParaRPr lang="en-GB" noProof="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pPr rtl="0"/>
              <a:endParaRPr lang="en-GB" noProof="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pPr rtl="0"/>
              <a:endParaRPr lang="en-GB" noProof="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pPr rtl="0"/>
              <a:endParaRPr lang="en-GB" noProof="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pPr rtl="0"/>
              <a:endParaRPr lang="en-GB" noProof="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pPr rtl="0"/>
              <a:endParaRPr lang="en-GB" noProof="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pPr rtl="0"/>
              <a:endParaRPr lang="en-GB" noProof="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pPr rtl="0"/>
              <a:endParaRPr lang="en-GB" noProof="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pPr rtl="0"/>
              <a:endParaRPr lang="en-GB" noProof="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pPr rtl="0"/>
              <a:endParaRPr lang="en-GB" noProof="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pPr rtl="0"/>
              <a:endParaRPr lang="en-GB" noProof="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pPr rtl="0"/>
              <a:endParaRPr lang="en-GB" noProof="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pPr rtl="0"/>
              <a:endParaRPr lang="en-GB" noProof="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pPr rtl="0"/>
              <a:endParaRPr lang="en-GB" noProof="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pPr rtl="0"/>
              <a:endParaRPr lang="en-GB" noProof="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pPr rtl="0"/>
              <a:endParaRPr lang="en-GB" noProof="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pPr rtl="0"/>
              <a:endParaRPr lang="en-GB" noProof="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pPr rtl="0"/>
              <a:endParaRPr lang="en-GB" noProof="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pPr rtl="0"/>
              <a:endParaRPr lang="en-GB" noProof="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pPr rtl="0"/>
              <a:endParaRPr lang="en-GB" noProof="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pPr rtl="0"/>
              <a:endParaRPr lang="en-GB" noProof="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pPr rtl="0"/>
              <a:endParaRPr lang="en-GB" noProof="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pPr rtl="0"/>
              <a:endParaRPr lang="en-GB" noProof="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pPr rtl="0"/>
              <a:endParaRPr lang="en-GB" noProof="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pPr rtl="0"/>
              <a:endParaRPr lang="en-GB" noProof="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pPr rtl="0"/>
              <a:endParaRPr lang="en-GB" noProof="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pPr rtl="0"/>
              <a:endParaRPr lang="en-GB" noProof="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pPr rtl="0"/>
              <a:endParaRPr lang="en-GB" noProof="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pPr rtl="0"/>
              <a:endParaRPr lang="en-GB" noProof="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pPr rtl="0"/>
              <a:endParaRPr lang="en-GB" noProof="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pPr rtl="0"/>
              <a:endParaRPr lang="en-GB" noProof="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pPr rtl="0"/>
              <a:endParaRPr lang="en-GB" noProof="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pPr rtl="0"/>
              <a:endParaRPr lang="en-GB" noProof="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pPr rtl="0"/>
              <a:endParaRPr lang="en-GB" noProof="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pPr rtl="0"/>
              <a:endParaRPr lang="en-GB" noProof="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pPr rtl="0"/>
              <a:endParaRPr lang="en-GB" noProof="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pPr rtl="0"/>
              <a:endParaRPr lang="en-GB" noProof="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pPr rtl="0"/>
              <a:endParaRPr lang="en-GB" noProof="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pPr rtl="0"/>
              <a:endParaRPr lang="en-GB" noProof="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pPr rtl="0"/>
              <a:endParaRPr lang="en-GB" noProof="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pPr rtl="0"/>
              <a:endParaRPr lang="en-GB" noProof="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pPr rtl="0"/>
              <a:endParaRPr lang="en-GB" noProof="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pPr rtl="0"/>
              <a:endParaRPr lang="en-GB" noProof="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pPr rtl="0"/>
              <a:endParaRPr lang="en-GB" noProof="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pPr rtl="0"/>
              <a:endParaRPr lang="en-GB" noProof="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pPr rtl="0"/>
              <a:endParaRPr lang="en-GB" noProof="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pPr rtl="0"/>
              <a:endParaRPr lang="en-GB" noProof="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pPr rtl="0"/>
              <a:endParaRPr lang="en-GB" noProof="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pPr rtl="0"/>
              <a:endParaRPr lang="en-GB" noProof="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pPr rtl="0"/>
              <a:endParaRPr lang="en-GB" noProof="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pPr rtl="0"/>
              <a:endParaRPr lang="en-GB" noProof="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pPr rtl="0"/>
              <a:endParaRPr lang="en-GB" noProof="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pPr rtl="0"/>
              <a:endParaRPr lang="en-GB" noProof="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pPr rtl="0"/>
              <a:endParaRPr lang="en-GB" noProof="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pPr rtl="0"/>
              <a:endParaRPr lang="en-GB" noProof="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pPr rtl="0"/>
              <a:endParaRPr lang="en-GB" noProof="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pPr rtl="0"/>
              <a:endParaRPr lang="en-GB" noProof="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pPr rtl="0"/>
              <a:endParaRPr lang="en-GB" noProof="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pPr rtl="0"/>
              <a:endParaRPr lang="en-GB" noProof="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pPr rtl="0"/>
              <a:endParaRPr lang="en-GB" noProof="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pPr rtl="0"/>
              <a:endParaRPr lang="en-GB" noProof="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pPr rtl="0"/>
              <a:endParaRPr lang="en-GB" noProof="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pPr rtl="0"/>
              <a:endParaRPr lang="en-GB" noProof="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pPr rtl="0"/>
              <a:endParaRPr lang="en-GB" noProof="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pPr rtl="0"/>
              <a:endParaRPr lang="en-GB" noProof="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pPr rtl="0"/>
              <a:endParaRPr lang="en-GB" noProof="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pPr rtl="0"/>
              <a:endParaRPr lang="en-GB" noProof="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pPr rtl="0"/>
              <a:endParaRPr lang="en-GB" noProof="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pPr rtl="0"/>
              <a:endParaRPr lang="en-GB" noProof="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pPr rtl="0"/>
              <a:endParaRPr lang="en-GB" noProof="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pPr rtl="0"/>
              <a:endParaRPr lang="en-GB" noProof="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pPr rtl="0"/>
              <a:endParaRPr lang="en-GB" noProof="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pPr rtl="0"/>
              <a:endParaRPr lang="en-GB" noProof="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pPr rtl="0"/>
              <a:endParaRPr lang="en-GB" noProof="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pPr rtl="0"/>
              <a:endParaRPr lang="en-GB" noProof="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pPr rtl="0"/>
              <a:endParaRPr lang="en-GB" noProof="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pPr rtl="0"/>
              <a:endParaRPr lang="en-GB" noProof="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pPr rtl="0"/>
              <a:endParaRPr lang="en-GB" noProof="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pPr rtl="0"/>
              <a:endParaRPr lang="en-GB" noProof="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pPr rtl="0"/>
              <a:endParaRPr lang="en-GB" noProof="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pPr rtl="0"/>
              <a:endParaRPr lang="en-GB" noProof="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pPr rtl="0"/>
              <a:endParaRPr lang="en-GB" noProof="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pPr rtl="0"/>
              <a:endParaRPr lang="en-GB" noProof="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pPr rtl="0"/>
              <a:endParaRPr lang="en-GB" noProof="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pPr rtl="0"/>
              <a:endParaRPr lang="en-GB" noProof="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pPr rtl="0"/>
              <a:endParaRPr lang="en-GB" noProof="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pPr rtl="0"/>
              <a:endParaRPr lang="en-GB" noProof="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pPr rtl="0"/>
              <a:endParaRPr lang="en-GB" noProof="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pPr rtl="0"/>
              <a:endParaRPr lang="en-GB" noProof="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pPr rtl="0"/>
              <a:endParaRPr lang="en-GB" noProof="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pPr rtl="0"/>
              <a:endParaRPr lang="en-GB" noProof="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pPr rtl="0"/>
              <a:endParaRPr lang="en-GB" noProof="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pPr rtl="0"/>
              <a:endParaRPr lang="en-GB" noProof="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pPr rtl="0"/>
              <a:endParaRPr lang="en-GB" noProof="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pPr rtl="0"/>
              <a:endParaRPr lang="en-GB" noProof="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pPr rtl="0"/>
              <a:endParaRPr lang="en-GB" noProof="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pPr rtl="0"/>
              <a:endParaRPr lang="en-GB" noProof="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pPr rtl="0"/>
              <a:endParaRPr lang="en-GB" noProof="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pPr rtl="0"/>
              <a:endParaRPr lang="en-GB" noProof="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pPr rtl="0"/>
              <a:endParaRPr lang="en-GB" noProof="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pPr rtl="0"/>
              <a:endParaRPr lang="en-GB" noProof="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pPr rtl="0"/>
              <a:endParaRPr lang="en-GB" noProof="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pPr rtl="0"/>
              <a:endParaRPr lang="en-GB" noProof="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pPr rtl="0"/>
              <a:endParaRPr lang="en-GB" noProof="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pPr rtl="0"/>
              <a:endParaRPr lang="en-GB" noProof="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pPr rtl="0"/>
              <a:endParaRPr lang="en-GB" noProof="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pPr rtl="0"/>
              <a:endParaRPr lang="en-GB" noProof="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pPr rtl="0"/>
              <a:endParaRPr lang="en-GB" noProof="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pPr rtl="0"/>
              <a:endParaRPr lang="en-GB" noProof="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pPr rtl="0"/>
              <a:endParaRPr lang="en-GB" noProof="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pPr rtl="0"/>
              <a:endParaRPr lang="en-GB" noProof="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pPr rtl="0"/>
              <a:endParaRPr lang="en-GB" noProof="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pPr rtl="0"/>
              <a:endParaRPr lang="en-GB" noProof="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pPr rtl="0"/>
              <a:endParaRPr lang="en-GB" noProof="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pPr rtl="0"/>
              <a:endParaRPr lang="en-GB" noProof="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pPr rtl="0"/>
              <a:endParaRPr lang="en-GB" noProof="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pPr rtl="0"/>
              <a:endParaRPr lang="en-GB" noProof="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pPr rtl="0"/>
              <a:endParaRPr lang="en-GB" noProof="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pPr rtl="0"/>
              <a:endParaRPr lang="en-GB" noProof="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pPr rtl="0"/>
              <a:endParaRPr lang="en-GB" noProof="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pPr rtl="0"/>
              <a:endParaRPr lang="en-GB" noProof="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pPr rtl="0"/>
              <a:endParaRPr lang="en-GB" noProof="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pPr rtl="0"/>
              <a:endParaRPr lang="en-GB" noProof="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pPr rtl="0"/>
              <a:endParaRPr lang="en-GB" noProof="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pPr rtl="0"/>
              <a:endParaRPr lang="en-GB" noProof="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pPr rtl="0"/>
              <a:endParaRPr lang="en-GB" noProof="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pPr rtl="0"/>
              <a:endParaRPr lang="en-GB" noProof="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pPr rtl="0"/>
              <a:endParaRPr lang="en-GB" noProof="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pPr rtl="0"/>
              <a:endParaRPr lang="en-GB" noProof="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pPr rtl="0"/>
              <a:endParaRPr lang="en-GB" noProof="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pPr rtl="0"/>
              <a:endParaRPr lang="en-GB" noProof="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pPr rtl="0"/>
              <a:endParaRPr lang="en-GB" noProof="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pPr rtl="0"/>
              <a:endParaRPr lang="en-GB" noProof="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pPr rtl="0"/>
              <a:endParaRPr lang="en-GB" noProof="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pPr rtl="0"/>
              <a:endParaRPr lang="en-GB" noProof="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pPr rtl="0"/>
              <a:endParaRPr lang="en-GB" noProof="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pPr rtl="0"/>
              <a:endParaRPr lang="en-GB" noProof="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pPr rtl="0"/>
              <a:endParaRPr lang="en-GB" noProof="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pPr rtl="0"/>
              <a:endParaRPr lang="en-GB" noProof="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pPr rtl="0"/>
              <a:endParaRPr lang="en-GB" noProof="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pPr rtl="0"/>
              <a:endParaRPr lang="en-GB" noProof="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pPr rtl="0"/>
              <a:endParaRPr lang="en-GB" noProof="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pPr rtl="0"/>
              <a:endParaRPr lang="en-GB" noProof="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pPr rtl="0"/>
              <a:endParaRPr lang="en-GB" noProof="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pPr rtl="0"/>
              <a:endParaRPr lang="en-GB" noProof="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pPr rtl="0"/>
              <a:endParaRPr lang="en-GB" noProof="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pPr rtl="0"/>
              <a:endParaRPr lang="en-GB" noProof="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pPr rtl="0"/>
              <a:endParaRPr lang="en-GB" noProof="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pPr rtl="0"/>
              <a:endParaRPr lang="en-GB" noProof="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pPr rtl="0"/>
              <a:endParaRPr lang="en-GB" noProof="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pPr rtl="0"/>
              <a:endParaRPr lang="en-GB" noProof="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pPr rtl="0"/>
              <a:endParaRPr lang="en-GB" noProof="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pPr rtl="0"/>
              <a:endParaRPr lang="en-GB" noProof="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pPr rtl="0"/>
              <a:endParaRPr lang="en-GB" noProof="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pPr rtl="0"/>
              <a:endParaRPr lang="en-GB" noProof="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pPr rtl="0"/>
              <a:endParaRPr lang="en-GB" noProof="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pPr rtl="0"/>
              <a:endParaRPr lang="en-GB" noProof="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pPr rtl="0"/>
              <a:endParaRPr lang="en-GB" noProof="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pPr rtl="0"/>
              <a:endParaRPr lang="en-GB" noProof="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pPr rtl="0"/>
              <a:endParaRPr lang="en-GB" noProof="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pPr rtl="0"/>
              <a:endParaRPr lang="en-GB" noProof="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pPr rtl="0"/>
              <a:endParaRPr lang="en-GB" noProof="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pPr rtl="0"/>
              <a:endParaRPr lang="en-GB" noProof="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pPr rtl="0"/>
              <a:endParaRPr lang="en-GB" noProof="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pPr rtl="0"/>
              <a:endParaRPr lang="en-GB" noProof="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pPr rtl="0"/>
              <a:endParaRPr lang="en-GB" noProof="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pPr rtl="0"/>
              <a:endParaRPr lang="en-GB" noProof="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pPr rtl="0"/>
              <a:endParaRPr lang="en-GB" noProof="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pPr rtl="0"/>
              <a:endParaRPr lang="en-GB" noProof="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pPr rtl="0"/>
              <a:endParaRPr lang="en-GB" noProof="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pPr rtl="0"/>
              <a:endParaRPr lang="en-GB" noProof="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pPr rtl="0"/>
              <a:endParaRPr lang="en-GB" noProof="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pPr rtl="0"/>
              <a:endParaRPr lang="en-GB" noProof="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pPr rtl="0"/>
              <a:endParaRPr lang="en-GB" noProof="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pPr rtl="0"/>
              <a:endParaRPr lang="en-GB" noProof="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pPr rtl="0"/>
              <a:endParaRPr lang="en-GB" noProof="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pPr rtl="0"/>
              <a:endParaRPr lang="en-GB" noProof="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pPr rtl="0"/>
              <a:endParaRPr lang="en-GB" noProof="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pPr rtl="0"/>
              <a:endParaRPr lang="en-GB" noProof="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pPr rtl="0"/>
              <a:endParaRPr lang="en-GB" noProof="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pPr rtl="0"/>
              <a:endParaRPr lang="en-GB" noProof="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pPr rtl="0"/>
              <a:endParaRPr lang="en-GB" noProof="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pPr rtl="0"/>
              <a:endParaRPr lang="en-GB" noProof="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pPr rtl="0"/>
              <a:endParaRPr lang="en-GB" noProof="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pPr rtl="0"/>
              <a:endParaRPr lang="en-GB" noProof="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pPr rtl="0"/>
              <a:endParaRPr lang="en-GB" noProof="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pPr rtl="0"/>
              <a:endParaRPr lang="en-GB" noProof="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pPr rtl="0"/>
              <a:endParaRPr lang="en-GB" noProof="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pPr rtl="0"/>
              <a:endParaRPr lang="en-GB" noProof="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pPr rtl="0"/>
              <a:endParaRPr lang="en-GB" noProof="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pPr rtl="0"/>
              <a:endParaRPr lang="en-GB" noProof="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pPr rtl="0"/>
              <a:endParaRPr lang="en-GB" noProof="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pPr rtl="0"/>
              <a:endParaRPr lang="en-GB" noProof="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pPr rtl="0"/>
              <a:endParaRPr lang="en-GB" noProof="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pPr rtl="0"/>
              <a:endParaRPr lang="en-GB" noProof="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pPr rtl="0"/>
              <a:endParaRPr lang="en-GB" noProof="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pPr rtl="0"/>
              <a:endParaRPr lang="en-GB" noProof="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pPr rtl="0"/>
              <a:endParaRPr lang="en-GB" noProof="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pPr rtl="0"/>
              <a:endParaRPr lang="en-GB" noProof="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pPr rtl="0"/>
              <a:endParaRPr lang="en-GB" noProof="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pPr rtl="0"/>
              <a:endParaRPr lang="en-GB" noProof="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pPr rtl="0"/>
              <a:endParaRPr lang="en-GB" noProof="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pPr rtl="0"/>
              <a:endParaRPr lang="en-GB" noProof="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pPr rtl="0"/>
              <a:endParaRPr lang="en-GB" noProof="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pPr rtl="0"/>
              <a:endParaRPr lang="en-GB" noProof="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pPr rtl="0"/>
              <a:endParaRPr lang="en-GB" noProof="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pPr rtl="0"/>
              <a:endParaRPr lang="en-GB" noProof="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pPr rtl="0"/>
              <a:endParaRPr lang="en-GB" noProof="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pPr rtl="0"/>
              <a:endParaRPr lang="en-GB" noProof="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pPr rtl="0"/>
              <a:endParaRPr lang="en-GB" noProof="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pPr rtl="0"/>
              <a:endParaRPr lang="en-GB" noProof="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pPr rtl="0"/>
              <a:endParaRPr lang="en-GB" noProof="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pPr rtl="0"/>
              <a:endParaRPr lang="en-GB" noProof="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pPr rtl="0"/>
              <a:endParaRPr lang="en-GB" noProof="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pPr rtl="0"/>
              <a:endParaRPr lang="en-GB" noProof="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pPr rtl="0"/>
              <a:endParaRPr lang="en-GB" noProof="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pPr rtl="0"/>
              <a:endParaRPr lang="en-GB" noProof="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pPr rtl="0"/>
              <a:endParaRPr lang="en-GB" noProof="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pPr rtl="0"/>
              <a:endParaRPr lang="en-GB" noProof="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pPr rtl="0"/>
              <a:endParaRPr lang="en-GB" noProof="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pPr rtl="0"/>
              <a:endParaRPr lang="en-GB" noProof="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pPr rtl="0"/>
              <a:endParaRPr lang="en-GB" noProof="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pPr rtl="0"/>
              <a:endParaRPr lang="en-GB" noProof="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pPr rtl="0"/>
              <a:endParaRPr lang="en-GB" noProof="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pPr rtl="0"/>
              <a:endParaRPr lang="en-GB" noProof="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pPr rtl="0"/>
              <a:endParaRPr lang="en-GB" noProof="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pPr rtl="0"/>
              <a:endParaRPr lang="en-GB" noProof="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pPr rtl="0"/>
              <a:endParaRPr lang="en-GB" noProof="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pPr rtl="0"/>
              <a:endParaRPr lang="en-GB" noProof="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pPr rtl="0"/>
              <a:endParaRPr lang="en-GB" noProof="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pPr rtl="0"/>
              <a:endParaRPr lang="en-GB" noProof="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pPr rtl="0"/>
              <a:endParaRPr lang="en-GB" noProof="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pPr rtl="0"/>
              <a:endParaRPr lang="en-GB" noProof="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pPr rtl="0"/>
              <a:endParaRPr lang="en-GB" noProof="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pPr rtl="0"/>
              <a:endParaRPr lang="en-GB" noProof="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pPr rtl="0"/>
              <a:endParaRPr lang="en-GB" noProof="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pPr rtl="0"/>
              <a:endParaRPr lang="en-GB" noProof="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pPr rtl="0"/>
              <a:endParaRPr lang="en-GB" noProof="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pPr rtl="0"/>
              <a:endParaRPr lang="en-GB" noProof="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pPr rtl="0"/>
              <a:endParaRPr lang="en-GB" noProof="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pPr rtl="0"/>
              <a:endParaRPr lang="en-GB" noProof="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pPr rtl="0"/>
              <a:endParaRPr lang="en-GB" noProof="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pPr rtl="0"/>
              <a:endParaRPr lang="en-GB" noProof="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pPr rtl="0"/>
              <a:endParaRPr lang="en-GB" noProof="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pPr rtl="0"/>
              <a:endParaRPr lang="en-GB" noProof="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pPr rtl="0"/>
              <a:endParaRPr lang="en-GB" noProof="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pPr rtl="0"/>
              <a:endParaRPr lang="en-GB" noProof="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pPr rtl="0"/>
              <a:endParaRPr lang="en-GB" noProof="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pPr rtl="0"/>
              <a:endParaRPr lang="en-GB" noProof="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pPr rtl="0"/>
              <a:endParaRPr lang="en-GB" noProof="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pPr rtl="0"/>
              <a:endParaRPr lang="en-GB" noProof="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pPr rtl="0"/>
              <a:endParaRPr lang="en-GB" noProof="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pPr rtl="0"/>
              <a:endParaRPr lang="en-GB" noProof="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pPr rtl="0"/>
              <a:endParaRPr lang="en-GB" noProof="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pPr rtl="0"/>
              <a:endParaRPr lang="en-GB" noProof="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pPr rtl="0"/>
              <a:endParaRPr lang="en-GB" noProof="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pPr rtl="0"/>
              <a:endParaRPr lang="en-GB" noProof="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pPr rtl="0"/>
              <a:endParaRPr lang="en-GB" noProof="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pPr rtl="0"/>
              <a:endParaRPr lang="en-GB" noProof="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pPr rtl="0"/>
              <a:endParaRPr lang="en-GB" noProof="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pPr rtl="0"/>
              <a:endParaRPr lang="en-GB" noProof="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pPr rtl="0"/>
              <a:endParaRPr lang="en-GB" noProof="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pPr rtl="0"/>
              <a:endParaRPr lang="en-GB" noProof="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pPr rtl="0"/>
              <a:endParaRPr lang="en-GB" noProof="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pPr rtl="0"/>
              <a:endParaRPr lang="en-GB" noProof="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pPr rtl="0"/>
              <a:endParaRPr lang="en-GB" noProof="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pPr rtl="0"/>
              <a:endParaRPr lang="en-GB" noProof="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pPr rtl="0"/>
              <a:endParaRPr lang="en-GB" noProof="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pPr rtl="0"/>
              <a:endParaRPr lang="en-GB" noProof="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pPr rtl="0"/>
              <a:endParaRPr lang="en-GB" noProof="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pPr rtl="0"/>
              <a:endParaRPr lang="en-GB" noProof="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pPr rtl="0"/>
              <a:endParaRPr lang="en-GB" noProof="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pPr rtl="0"/>
              <a:endParaRPr lang="en-GB" noProof="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pPr rtl="0"/>
              <a:endParaRPr lang="en-GB" noProof="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pPr rtl="0"/>
              <a:endParaRPr lang="en-GB" noProof="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pPr rtl="0"/>
              <a:endParaRPr lang="en-GB" noProof="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pPr rtl="0"/>
              <a:endParaRPr lang="en-GB" noProof="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u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rtlCol="0"/>
          <a:lstStyle>
            <a:lvl1pPr algn="l">
              <a:defRPr/>
            </a:lvl1pPr>
          </a:lstStyle>
          <a:p>
            <a:pPr rtl="0"/>
            <a:r>
              <a:rPr lang="en-GB" noProof="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u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pPr rtl="0"/>
              <a:endParaRPr lang="en-GB" noProof="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pPr rtl="0"/>
              <a:endParaRPr lang="en-GB" noProof="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pPr rtl="0"/>
              <a:endParaRPr lang="en-GB" noProof="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pPr rtl="0"/>
              <a:endParaRPr lang="en-GB" noProof="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pPr rtl="0"/>
              <a:endParaRPr lang="en-GB" noProof="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pPr rtl="0"/>
              <a:endParaRPr lang="en-GB" noProof="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pPr rtl="0"/>
              <a:endParaRPr lang="en-GB" noProof="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pPr rtl="0"/>
              <a:endParaRPr lang="en-GB" noProof="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pPr rtl="0"/>
              <a:endParaRPr lang="en-GB" noProof="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pPr rtl="0"/>
              <a:endParaRPr lang="en-GB" noProof="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pPr rtl="0"/>
              <a:endParaRPr lang="en-GB" noProof="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pPr rtl="0"/>
              <a:endParaRPr lang="en-GB" noProof="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pPr rtl="0"/>
              <a:endParaRPr lang="en-GB" noProof="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pPr rtl="0"/>
              <a:endParaRPr lang="en-GB" noProof="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pPr rtl="0"/>
              <a:endParaRPr lang="en-GB" noProof="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pPr rtl="0"/>
              <a:endParaRPr lang="en-GB" noProof="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en-GB" noProof="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pPr rtl="0"/>
              <a:endParaRPr lang="en-GB" noProof="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pPr rtl="0"/>
              <a:endParaRPr lang="en-GB" noProof="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pPr rtl="0"/>
              <a:endParaRPr lang="en-GB" noProof="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pPr rtl="0"/>
              <a:endParaRPr lang="en-GB" noProof="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pPr rtl="0"/>
              <a:endParaRPr lang="en-GB" noProof="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pPr rtl="0"/>
              <a:endParaRPr lang="en-GB" noProof="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pPr rtl="0"/>
              <a:endParaRPr lang="en-GB" noProof="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pPr rtl="0"/>
              <a:endParaRPr lang="en-GB" noProof="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pPr rtl="0"/>
              <a:endParaRPr lang="en-GB" noProof="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pPr rtl="0"/>
              <a:endParaRPr lang="en-GB" noProof="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pPr rtl="0"/>
              <a:endParaRPr lang="en-GB" noProof="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pPr rtl="0"/>
              <a:endParaRPr lang="en-GB" noProof="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pPr rtl="0"/>
              <a:endParaRPr lang="en-GB" noProof="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pPr rtl="0"/>
              <a:endParaRPr lang="en-GB" noProof="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pPr rtl="0"/>
              <a:endParaRPr lang="en-GB" noProof="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pPr rtl="0"/>
              <a:endParaRPr lang="en-GB" noProof="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pPr rtl="0"/>
              <a:endParaRPr lang="en-GB" noProof="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pPr rtl="0"/>
              <a:endParaRPr lang="en-GB" noProof="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en-GB" noProof="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pPr rtl="0"/>
              <a:endParaRPr lang="en-GB" noProof="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pPr rtl="0"/>
              <a:endParaRPr lang="en-GB" noProof="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pPr rtl="0"/>
              <a:endParaRPr lang="en-GB" noProof="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pPr rtl="0"/>
              <a:endParaRPr lang="en-GB" noProof="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pPr rtl="0"/>
              <a:endParaRPr lang="en-GB" noProof="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pPr rtl="0"/>
              <a:endParaRPr lang="en-GB" noProof="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pPr rtl="0"/>
              <a:endParaRPr lang="en-GB" noProof="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pPr rtl="0"/>
              <a:endParaRPr lang="en-GB" noProof="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pPr rtl="0"/>
              <a:endParaRPr lang="en-GB" noProof="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pPr rtl="0"/>
              <a:endParaRPr lang="en-GB" noProof="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pPr rtl="0"/>
              <a:endParaRPr lang="en-GB" noProof="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pPr rtl="0"/>
              <a:endParaRPr lang="en-GB" noProof="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pPr rtl="0"/>
              <a:endParaRPr lang="en-GB" noProof="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pPr rtl="0"/>
              <a:endParaRPr lang="en-GB" noProof="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pPr rtl="0"/>
              <a:endParaRPr lang="en-GB" noProof="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pPr rtl="0"/>
              <a:endParaRPr lang="en-GB" noProof="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pPr rtl="0"/>
              <a:endParaRPr lang="en-GB" noProof="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pPr rtl="0"/>
              <a:endParaRPr lang="en-GB" noProof="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pPr rtl="0"/>
              <a:endParaRPr lang="en-GB" noProof="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en-GB" noProof="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en-GB" noProof="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pPr rtl="0"/>
              <a:endParaRPr lang="en-GB" noProof="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pPr rtl="0"/>
              <a:endParaRPr lang="en-GB" noProof="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pPr rtl="0"/>
              <a:endParaRPr lang="en-GB" noProof="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pPr rtl="0"/>
              <a:endParaRPr lang="en-GB" noProof="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pPr rtl="0"/>
              <a:endParaRPr lang="en-GB" noProof="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pPr rtl="0"/>
              <a:endParaRPr lang="en-GB" noProof="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pPr rtl="0"/>
              <a:endParaRPr lang="en-GB" noProof="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pPr rtl="0"/>
              <a:endParaRPr lang="en-GB" noProof="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pPr rtl="0"/>
              <a:endParaRPr lang="en-GB" noProof="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pPr rtl="0"/>
              <a:endParaRPr lang="en-GB" noProof="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pPr rtl="0"/>
              <a:endParaRPr lang="en-GB" noProof="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pPr rtl="0"/>
              <a:endParaRPr lang="en-GB" noProof="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pPr rtl="0"/>
              <a:endParaRPr lang="en-GB" noProof="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en-GB" noProof="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pPr rtl="0"/>
              <a:endParaRPr lang="en-GB" noProof="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pPr rtl="0"/>
              <a:endParaRPr lang="en-GB" noProof="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pPr rtl="0"/>
              <a:endParaRPr lang="en-GB" noProof="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en-GB" noProof="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pPr rtl="0"/>
              <a:endParaRPr lang="en-GB" noProof="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pPr rtl="0"/>
              <a:endParaRPr lang="en-GB" noProof="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pPr rtl="0"/>
              <a:endParaRPr lang="en-GB" noProof="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pPr rtl="0"/>
              <a:endParaRPr lang="en-GB" noProof="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pPr rtl="0"/>
              <a:endParaRPr lang="en-GB" noProof="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pPr rtl="0"/>
              <a:endParaRPr lang="en-GB" noProof="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pPr rtl="0"/>
              <a:endParaRPr lang="en-GB" noProof="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pPr rtl="0"/>
              <a:endParaRPr lang="en-GB" noProof="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pPr rtl="0"/>
              <a:endParaRPr lang="en-GB" noProof="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pPr rtl="0"/>
              <a:endParaRPr lang="en-GB" noProof="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pPr rtl="0"/>
              <a:endParaRPr lang="en-GB" noProof="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pPr rtl="0"/>
              <a:endParaRPr lang="en-GB" noProof="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pPr rtl="0"/>
              <a:endParaRPr lang="en-GB" noProof="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en-GB" noProof="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pPr rtl="0"/>
              <a:endParaRPr lang="en-GB" noProof="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pPr rtl="0"/>
              <a:endParaRPr lang="en-GB" noProof="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pPr rtl="0"/>
              <a:endParaRPr lang="en-GB" noProof="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pPr rtl="0"/>
              <a:endParaRPr lang="en-GB" noProof="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pPr rtl="0"/>
              <a:endParaRPr lang="en-GB" noProof="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pPr rtl="0"/>
              <a:endParaRPr lang="en-GB" noProof="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pPr rtl="0"/>
              <a:endParaRPr lang="en-GB" noProof="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pPr rtl="0"/>
              <a:endParaRPr lang="en-GB" noProof="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pPr rtl="0"/>
              <a:endParaRPr lang="en-GB" noProof="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pPr rtl="0"/>
              <a:endParaRPr lang="en-GB" noProof="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pPr rtl="0"/>
              <a:endParaRPr lang="en-GB" noProof="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pPr rtl="0"/>
              <a:endParaRPr lang="en-GB" noProof="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pPr rtl="0"/>
              <a:endParaRPr lang="en-GB" noProof="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pPr rtl="0"/>
              <a:endParaRPr lang="en-GB" noProof="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pPr rtl="0"/>
              <a:endParaRPr lang="en-GB" noProof="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pPr rtl="0"/>
              <a:endParaRPr lang="en-GB" noProof="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pPr rtl="0"/>
              <a:endParaRPr lang="en-GB" noProof="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pPr rtl="0"/>
              <a:endParaRPr lang="en-GB" noProof="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pPr rtl="0"/>
              <a:endParaRPr lang="en-GB" noProof="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pPr rtl="0"/>
              <a:endParaRPr lang="en-GB" noProof="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pPr rtl="0"/>
              <a:endParaRPr lang="en-GB" noProof="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pPr rtl="0"/>
              <a:endParaRPr lang="en-GB" noProof="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pPr rtl="0"/>
              <a:endParaRPr lang="en-GB" noProof="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pPr rtl="0"/>
              <a:endParaRPr lang="en-GB" noProof="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pPr rtl="0"/>
              <a:endParaRPr lang="en-GB" noProof="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pPr rtl="0"/>
              <a:endParaRPr lang="en-GB" noProof="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pPr rtl="0"/>
              <a:endParaRPr lang="en-GB" noProof="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pPr rtl="0"/>
              <a:endParaRPr lang="en-GB" noProof="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pPr rtl="0"/>
              <a:endParaRPr lang="en-GB" noProof="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pPr rtl="0"/>
              <a:endParaRPr lang="en-GB" noProof="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pPr rtl="0"/>
              <a:endParaRPr lang="en-GB" noProof="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pPr rtl="0"/>
              <a:endParaRPr lang="en-GB" noProof="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pPr rtl="0"/>
              <a:endParaRPr lang="en-GB" noProof="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pPr rtl="0"/>
              <a:endParaRPr lang="en-GB" noProof="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en-GB" noProof="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pPr rtl="0"/>
              <a:endParaRPr lang="en-GB" noProof="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pPr rtl="0"/>
              <a:endParaRPr lang="en-GB" noProof="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pPr rtl="0"/>
              <a:endParaRPr lang="en-GB" noProof="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pPr rtl="0"/>
              <a:endParaRPr lang="en-GB" noProof="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pPr rtl="0"/>
              <a:endParaRPr lang="en-GB" noProof="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pPr rtl="0"/>
              <a:endParaRPr lang="en-GB" noProof="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pPr rtl="0"/>
              <a:endParaRPr lang="en-GB" noProof="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pPr rtl="0"/>
              <a:endParaRPr lang="en-GB" noProof="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pPr rtl="0"/>
              <a:endParaRPr lang="en-GB" noProof="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pPr rtl="0"/>
              <a:endParaRPr lang="en-GB" noProof="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pPr rtl="0"/>
              <a:endParaRPr lang="en-GB" noProof="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pPr rtl="0"/>
              <a:endParaRPr lang="en-GB" noProof="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pPr rtl="0"/>
              <a:endParaRPr lang="en-GB" noProof="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pPr rtl="0"/>
              <a:endParaRPr lang="en-GB" noProof="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pPr rtl="0"/>
              <a:endParaRPr lang="en-GB" noProof="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pPr rtl="0"/>
              <a:endParaRPr lang="en-GB" noProof="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pPr rtl="0"/>
              <a:endParaRPr lang="en-GB" noProof="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pPr rtl="0"/>
              <a:endParaRPr lang="en-GB" noProof="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pPr rtl="0"/>
              <a:endParaRPr lang="en-GB" noProof="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pPr rtl="0"/>
              <a:endParaRPr lang="en-GB" noProof="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pPr rtl="0"/>
              <a:endParaRPr lang="en-GB" noProof="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pPr rtl="0"/>
              <a:endParaRPr lang="en-GB" noProof="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pPr rtl="0"/>
              <a:endParaRPr lang="en-GB" noProof="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pPr rtl="0"/>
              <a:endParaRPr lang="en-GB" noProof="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pPr rtl="0"/>
              <a:endParaRPr lang="en-GB" noProof="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pPr rtl="0"/>
              <a:endParaRPr lang="en-GB" noProof="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pPr rtl="0"/>
              <a:endParaRPr lang="en-GB" noProof="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pPr rtl="0"/>
              <a:endParaRPr lang="en-GB" noProof="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pPr rtl="0"/>
              <a:endParaRPr lang="en-GB" noProof="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pPr rtl="0"/>
              <a:endParaRPr lang="en-GB" noProof="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pPr rtl="0"/>
              <a:endParaRPr lang="en-GB" noProof="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en-GB" noProof="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pPr rtl="0"/>
              <a:endParaRPr lang="en-GB" noProof="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pPr rtl="0"/>
              <a:endParaRPr lang="en-GB" noProof="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pPr rtl="0"/>
              <a:endParaRPr lang="en-GB" noProof="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pPr rtl="0"/>
              <a:endParaRPr lang="en-GB" noProof="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pPr rtl="0"/>
              <a:endParaRPr lang="en-GB" noProof="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pPr rtl="0"/>
              <a:endParaRPr lang="en-GB" noProof="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pPr rtl="0"/>
              <a:endParaRPr lang="en-GB" noProof="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pPr rtl="0"/>
              <a:endParaRPr lang="en-GB" noProof="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pPr rtl="0"/>
              <a:endParaRPr lang="en-GB" noProof="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pPr rtl="0"/>
              <a:endParaRPr lang="en-GB" noProof="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pPr rtl="0"/>
              <a:endParaRPr lang="en-GB" noProof="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pPr rtl="0"/>
              <a:endParaRPr lang="en-GB" noProof="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pPr rtl="0"/>
              <a:endParaRPr lang="en-GB" noProof="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pPr rtl="0"/>
              <a:endParaRPr lang="en-GB" noProof="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pPr rtl="0"/>
              <a:endParaRPr lang="en-GB" noProof="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pPr rtl="0"/>
              <a:endParaRPr lang="en-GB" noProof="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pPr rtl="0"/>
              <a:endParaRPr lang="en-GB" noProof="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pPr rtl="0"/>
              <a:endParaRPr lang="en-GB" noProof="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pPr rtl="0"/>
              <a:endParaRPr lang="en-GB" noProof="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en-GB" noProof="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pPr rtl="0"/>
              <a:endParaRPr lang="en-GB" noProof="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pPr rtl="0"/>
              <a:endParaRPr lang="en-GB" noProof="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pPr rtl="0"/>
              <a:endParaRPr lang="en-GB" noProof="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pPr rtl="0"/>
              <a:endParaRPr lang="en-GB" noProof="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pPr rtl="0"/>
              <a:endParaRPr lang="en-GB" noProof="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pPr rtl="0"/>
              <a:endParaRPr lang="en-GB" noProof="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pPr rtl="0"/>
              <a:endParaRPr lang="en-GB" noProof="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pPr rtl="0"/>
              <a:endParaRPr lang="en-GB" noProof="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pPr rtl="0"/>
              <a:endParaRPr lang="en-GB" noProof="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pPr rtl="0"/>
              <a:endParaRPr lang="en-GB" noProof="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pPr rtl="0"/>
              <a:endParaRPr lang="en-GB" noProof="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pPr rtl="0"/>
              <a:endParaRPr lang="en-GB" noProof="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pPr rtl="0"/>
              <a:endParaRPr lang="en-GB" noProof="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pPr rtl="0"/>
              <a:endParaRPr lang="en-GB" noProof="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pPr rtl="0"/>
              <a:endParaRPr lang="en-GB" noProof="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pPr rtl="0"/>
              <a:endParaRPr lang="en-GB" noProof="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pPr rtl="0"/>
              <a:endParaRPr lang="en-GB" noProof="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pPr rtl="0"/>
              <a:endParaRPr lang="en-GB" noProof="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pPr rtl="0"/>
              <a:endParaRPr lang="en-GB" noProof="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pPr rtl="0"/>
              <a:endParaRPr lang="en-GB" noProof="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pPr rtl="0"/>
              <a:endParaRPr lang="en-GB" noProof="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pPr rtl="0"/>
              <a:endParaRPr lang="en-GB" noProof="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pPr rtl="0"/>
              <a:endParaRPr lang="en-GB" noProof="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pPr rtl="0"/>
              <a:endParaRPr lang="en-GB" noProof="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pPr rtl="0"/>
              <a:endParaRPr lang="en-GB" noProof="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pPr rtl="0"/>
              <a:endParaRPr lang="en-GB" noProof="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pPr rtl="0"/>
              <a:endParaRPr lang="en-GB" noProof="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pPr rtl="0"/>
              <a:endParaRPr lang="en-GB" noProof="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pPr rtl="0"/>
              <a:endParaRPr lang="en-GB" noProof="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pPr rtl="0"/>
              <a:endParaRPr lang="en-GB" noProof="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pPr rtl="0"/>
              <a:endParaRPr lang="en-GB" noProof="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en-GB" noProof="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en-GB" noProof="0" smtClean="0"/>
              <a:pPr/>
              <a:t>‹#›</a:t>
            </a:fld>
            <a:endParaRPr lang="en-GB" noProof="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b="0">
                <a:solidFill>
                  <a:schemeClr val="bg1"/>
                </a:solidFill>
              </a:defRPr>
            </a:lvl1pPr>
          </a:lstStyle>
          <a:p>
            <a:pPr rtl="0"/>
            <a:r>
              <a:rPr lang="en-GB" noProof="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rtlCol="0" anchor="b">
            <a:normAutofit/>
          </a:bodyPr>
          <a:lstStyle>
            <a:lvl1pPr>
              <a:defRPr sz="4000"/>
            </a:lvl1pPr>
          </a:lstStyle>
          <a:p>
            <a:pPr rtl="0"/>
            <a:r>
              <a:rPr lang="en-GB" noProof="0"/>
              <a:t>CLICK TO EDIT TITLE</a:t>
            </a:r>
          </a:p>
        </p:txBody>
      </p:sp>
      <p:grpSp>
        <p:nvGrpSpPr>
          <p:cNvPr id="7" name="Picture Placeholder 795" descr="abstract colou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pPr rtl="0"/>
              <a:endParaRPr lang="en-GB" noProof="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pPr rtl="0"/>
              <a:endParaRPr lang="en-GB" noProof="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pPr rtl="0"/>
              <a:endParaRPr lang="en-GB" noProof="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pPr rtl="0"/>
              <a:endParaRPr lang="en-GB" noProof="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pPr rtl="0"/>
              <a:endParaRPr lang="en-GB" noProof="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pPr rtl="0"/>
              <a:endParaRPr lang="en-GB" noProof="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pPr rtl="0"/>
              <a:endParaRPr lang="en-GB" noProof="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pPr rtl="0"/>
              <a:endParaRPr lang="en-GB" noProof="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pPr rtl="0"/>
              <a:endParaRPr lang="en-GB" noProof="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pPr rtl="0"/>
              <a:endParaRPr lang="en-GB" noProof="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pPr rtl="0"/>
              <a:endParaRPr lang="en-GB" noProof="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pPr rtl="0"/>
              <a:endParaRPr lang="en-GB" noProof="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pPr rtl="0"/>
              <a:endParaRPr lang="en-GB" noProof="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pPr rtl="0"/>
              <a:endParaRPr lang="en-GB" noProof="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pPr rtl="0"/>
              <a:endParaRPr lang="en-GB" noProof="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pPr rtl="0"/>
              <a:endParaRPr lang="en-GB" noProof="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pPr rtl="0"/>
              <a:endParaRPr lang="en-GB" noProof="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pPr rtl="0"/>
              <a:endParaRPr lang="en-GB" noProof="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pPr rtl="0"/>
              <a:endParaRPr lang="en-GB" noProof="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pPr rtl="0"/>
              <a:endParaRPr lang="en-GB" noProof="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pPr rtl="0"/>
              <a:endParaRPr lang="en-GB" noProof="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pPr rtl="0"/>
              <a:endParaRPr lang="en-GB" noProof="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pPr rtl="0"/>
              <a:endParaRPr lang="en-GB" noProof="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pPr rtl="0"/>
              <a:endParaRPr lang="en-GB" noProof="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pPr rtl="0"/>
              <a:endParaRPr lang="en-GB" noProof="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pPr rtl="0"/>
              <a:endParaRPr lang="en-GB" noProof="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pPr rtl="0"/>
              <a:endParaRPr lang="en-GB" noProof="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pPr rtl="0"/>
              <a:endParaRPr lang="en-GB" noProof="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pPr rtl="0"/>
              <a:endParaRPr lang="en-GB" noProof="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pPr rtl="0"/>
              <a:endParaRPr lang="en-GB" noProof="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pPr rtl="0"/>
              <a:endParaRPr lang="en-GB" noProof="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pPr rtl="0"/>
              <a:endParaRPr lang="en-GB" noProof="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pPr rtl="0"/>
              <a:endParaRPr lang="en-GB" noProof="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pPr rtl="0"/>
              <a:endParaRPr lang="en-GB" noProof="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pPr rtl="0"/>
              <a:endParaRPr lang="en-GB" noProof="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pPr rtl="0"/>
              <a:endParaRPr lang="en-GB" noProof="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pPr rtl="0"/>
              <a:endParaRPr lang="en-GB" noProof="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pPr rtl="0"/>
              <a:endParaRPr lang="en-GB" noProof="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pPr rtl="0"/>
              <a:endParaRPr lang="en-GB" noProof="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pPr rtl="0"/>
              <a:endParaRPr lang="en-GB" noProof="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pPr rtl="0"/>
              <a:endParaRPr lang="en-GB" noProof="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pPr rtl="0"/>
              <a:endParaRPr lang="en-GB" noProof="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pPr rtl="0"/>
              <a:endParaRPr lang="en-GB" noProof="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pPr rtl="0"/>
              <a:endParaRPr lang="en-GB" noProof="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pPr rtl="0"/>
              <a:endParaRPr lang="en-GB" noProof="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pPr rtl="0"/>
              <a:endParaRPr lang="en-GB" noProof="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pPr rtl="0"/>
              <a:endParaRPr lang="en-GB" noProof="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pPr rtl="0"/>
              <a:endParaRPr lang="en-GB" noProof="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pPr rtl="0"/>
              <a:endParaRPr lang="en-GB" noProof="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pPr rtl="0"/>
              <a:endParaRPr lang="en-GB" noProof="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pPr rtl="0"/>
              <a:endParaRPr lang="en-GB" noProof="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pPr rtl="0"/>
              <a:endParaRPr lang="en-GB" noProof="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pPr rtl="0"/>
              <a:endParaRPr lang="en-GB" noProof="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pPr rtl="0"/>
              <a:endParaRPr lang="en-GB" noProof="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pPr rtl="0"/>
              <a:endParaRPr lang="en-GB" noProof="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pPr rtl="0"/>
              <a:endParaRPr lang="en-GB" noProof="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pPr rtl="0"/>
              <a:endParaRPr lang="en-GB" noProof="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pPr rtl="0"/>
              <a:endParaRPr lang="en-GB" noProof="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pPr rtl="0"/>
              <a:endParaRPr lang="en-GB" noProof="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pPr rtl="0"/>
              <a:endParaRPr lang="en-GB" noProof="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pPr rtl="0"/>
              <a:endParaRPr lang="en-GB" noProof="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pPr rtl="0"/>
              <a:endParaRPr lang="en-GB" noProof="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pPr rtl="0"/>
              <a:endParaRPr lang="en-GB" noProof="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pPr rtl="0"/>
              <a:endParaRPr lang="en-GB" noProof="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pPr rtl="0"/>
              <a:endParaRPr lang="en-GB" noProof="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pPr rtl="0"/>
              <a:endParaRPr lang="en-GB" noProof="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pPr rtl="0"/>
              <a:endParaRPr lang="en-GB" noProof="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pPr rtl="0"/>
              <a:endParaRPr lang="en-GB" noProof="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pPr rtl="0"/>
              <a:endParaRPr lang="en-GB" noProof="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pPr rtl="0"/>
              <a:endParaRPr lang="en-GB" noProof="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pPr rtl="0"/>
              <a:endParaRPr lang="en-GB" noProof="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pPr rtl="0"/>
              <a:endParaRPr lang="en-GB" noProof="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pPr rtl="0"/>
              <a:endParaRPr lang="en-GB" noProof="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pPr rtl="0"/>
              <a:endParaRPr lang="en-GB" noProof="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pPr rtl="0"/>
              <a:endParaRPr lang="en-GB" noProof="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pPr rtl="0"/>
              <a:endParaRPr lang="en-GB" noProof="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pPr rtl="0"/>
              <a:endParaRPr lang="en-GB" noProof="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pPr rtl="0"/>
              <a:endParaRPr lang="en-GB" noProof="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pPr rtl="0"/>
              <a:endParaRPr lang="en-GB" noProof="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pPr rtl="0"/>
              <a:endParaRPr lang="en-GB" noProof="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pPr rtl="0"/>
              <a:endParaRPr lang="en-GB" noProof="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pPr rtl="0"/>
              <a:endParaRPr lang="en-GB" noProof="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pPr rtl="0"/>
              <a:endParaRPr lang="en-GB" noProof="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pPr rtl="0"/>
              <a:endParaRPr lang="en-GB" noProof="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pPr rtl="0"/>
              <a:endParaRPr lang="en-GB" noProof="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2</a:t>
            </a:r>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3</a:t>
            </a:r>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4</a:t>
            </a:r>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en-GB" noProof="0"/>
              <a:t>Click to edit Master title style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rtlCol="0"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en-GB" noProof="0"/>
              <a:t>1</a:t>
            </a:r>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en-GB" noProof="0"/>
              <a:t>2</a:t>
            </a:r>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en-GB" noProof="0"/>
              <a:t>3</a:t>
            </a:r>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en-GB" noProof="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en-GB" noProof="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rtlCol="0">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en-GB" noProof="0"/>
              <a:t>CLICK TO EDIT TITLE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rtlCol="0"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en-GB" noProof="0"/>
              <a:t>1</a:t>
            </a:r>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en-GB" noProof="0"/>
              <a:t>2</a:t>
            </a:r>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en-GB" noProof="0"/>
              <a:t>3</a:t>
            </a:r>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en-GB" noProof="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en-GB" noProof="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rtlCol="0"/>
          <a:lstStyle>
            <a:lvl1pPr>
              <a:defRPr baseline="0"/>
            </a:lvl1pPr>
          </a:lstStyle>
          <a:p>
            <a:pPr rtl="0"/>
            <a:r>
              <a:rPr lang="en-GB" noProof="0"/>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n-GB" noProof="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en-GB" noProof="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en-GB" noProof="0"/>
              <a:t>Click to edit Master title style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rtlCol="0">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rtlCol="0">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rtlCol="0"/>
          <a:lstStyle>
            <a:lvl1pPr algn="ctr">
              <a:defRPr baseline="0"/>
            </a:lvl1pPr>
          </a:lstStyle>
          <a:p>
            <a:pPr rtl="0"/>
            <a:r>
              <a:rPr lang="en-GB" noProof="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grpSp>
        <p:nvGrpSpPr>
          <p:cNvPr id="956" name="Picture Placeholder 1925" descr="abstract colou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pPr rtl="0"/>
              <a:endParaRPr lang="en-GB" noProof="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pPr rtl="0"/>
              <a:endParaRPr lang="en-GB" noProof="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pPr rtl="0"/>
              <a:endParaRPr lang="en-GB" noProof="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pPr rtl="0"/>
              <a:endParaRPr lang="en-GB" noProof="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pPr rtl="0"/>
              <a:endParaRPr lang="en-GB" noProof="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pPr rtl="0"/>
              <a:endParaRPr lang="en-GB" noProof="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pPr rtl="0"/>
              <a:endParaRPr lang="en-GB" noProof="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pPr rtl="0"/>
              <a:endParaRPr lang="en-GB" noProof="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pPr rtl="0"/>
              <a:endParaRPr lang="en-GB" noProof="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pPr rtl="0"/>
              <a:endParaRPr lang="en-GB" noProof="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pPr rtl="0"/>
              <a:endParaRPr lang="en-GB" noProof="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pPr rtl="0"/>
              <a:endParaRPr lang="en-GB" noProof="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pPr rtl="0"/>
              <a:endParaRPr lang="en-GB" noProof="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pPr rtl="0"/>
              <a:endParaRPr lang="en-GB" noProof="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pPr rtl="0"/>
              <a:endParaRPr lang="en-GB" noProof="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pPr rtl="0"/>
              <a:endParaRPr lang="en-GB" noProof="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pPr rtl="0"/>
              <a:endParaRPr lang="en-GB" noProof="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pPr rtl="0"/>
              <a:endParaRPr lang="en-GB" noProof="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pPr rtl="0"/>
              <a:endParaRPr lang="en-GB" noProof="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pPr rtl="0"/>
              <a:endParaRPr lang="en-GB" noProof="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pPr rtl="0"/>
              <a:endParaRPr lang="en-GB" noProof="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pPr rtl="0"/>
              <a:endParaRPr lang="en-GB" noProof="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pPr rtl="0"/>
              <a:endParaRPr lang="en-GB" noProof="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pPr rtl="0"/>
              <a:endParaRPr lang="en-GB" noProof="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pPr rtl="0"/>
              <a:endParaRPr lang="en-GB" noProof="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pPr rtl="0"/>
              <a:endParaRPr lang="en-GB" noProof="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pPr rtl="0"/>
              <a:endParaRPr lang="en-GB" noProof="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pPr rtl="0"/>
              <a:endParaRPr lang="en-GB" noProof="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pPr rtl="0"/>
              <a:endParaRPr lang="en-GB" noProof="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pPr rtl="0"/>
              <a:endParaRPr lang="en-GB" noProof="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pPr rtl="0"/>
              <a:endParaRPr lang="en-GB" noProof="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pPr rtl="0"/>
              <a:endParaRPr lang="en-GB" noProof="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pPr rtl="0"/>
              <a:endParaRPr lang="en-GB" noProof="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pPr rtl="0"/>
              <a:endParaRPr lang="en-GB" noProof="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pPr rtl="0"/>
              <a:endParaRPr lang="en-GB" noProof="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pPr rtl="0"/>
              <a:endParaRPr lang="en-GB" noProof="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pPr rtl="0"/>
              <a:endParaRPr lang="en-GB" noProof="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pPr rtl="0"/>
              <a:endParaRPr lang="en-GB" noProof="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pPr rtl="0"/>
              <a:endParaRPr lang="en-GB" noProof="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pPr rtl="0"/>
              <a:endParaRPr lang="en-GB" noProof="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pPr rtl="0"/>
              <a:endParaRPr lang="en-GB" noProof="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pPr rtl="0"/>
              <a:endParaRPr lang="en-GB" noProof="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pPr rtl="0"/>
              <a:endParaRPr lang="en-GB" noProof="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pPr rtl="0"/>
              <a:endParaRPr lang="en-GB" noProof="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pPr rtl="0"/>
              <a:endParaRPr lang="en-GB" noProof="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pPr rtl="0"/>
              <a:endParaRPr lang="en-GB" noProof="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pPr rtl="0"/>
              <a:endParaRPr lang="en-GB" noProof="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pPr rtl="0"/>
              <a:endParaRPr lang="en-GB" noProof="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pPr rtl="0"/>
              <a:endParaRPr lang="en-GB" noProof="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pPr rtl="0"/>
              <a:endParaRPr lang="en-GB" noProof="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pPr rtl="0"/>
              <a:endParaRPr lang="en-GB" noProof="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pPr rtl="0"/>
              <a:endParaRPr lang="en-GB" noProof="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pPr rtl="0"/>
              <a:endParaRPr lang="en-GB" noProof="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pPr rtl="0"/>
              <a:endParaRPr lang="en-GB" noProof="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pPr rtl="0"/>
              <a:endParaRPr lang="en-GB" noProof="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pPr rtl="0"/>
              <a:endParaRPr lang="en-GB" noProof="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pPr rtl="0"/>
              <a:endParaRPr lang="en-GB" noProof="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pPr rtl="0"/>
              <a:endParaRPr lang="en-GB" noProof="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pPr rtl="0"/>
              <a:endParaRPr lang="en-GB" noProof="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pPr rtl="0"/>
              <a:endParaRPr lang="en-GB" noProof="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pPr rtl="0"/>
              <a:endParaRPr lang="en-GB" noProof="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pPr rtl="0"/>
              <a:endParaRPr lang="en-GB" noProof="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pPr rtl="0"/>
              <a:endParaRPr lang="en-GB" noProof="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pPr rtl="0"/>
              <a:endParaRPr lang="en-GB" noProof="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pPr rtl="0"/>
              <a:endParaRPr lang="en-GB" noProof="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pPr rtl="0"/>
              <a:endParaRPr lang="en-GB" noProof="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pPr rtl="0"/>
              <a:endParaRPr lang="en-GB" noProof="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pPr rtl="0"/>
              <a:endParaRPr lang="en-GB" noProof="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pPr rtl="0"/>
              <a:endParaRPr lang="en-GB" noProof="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pPr rtl="0"/>
              <a:endParaRPr lang="en-GB" noProof="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en-GB" noProof="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pPr rtl="0"/>
              <a:endParaRPr lang="en-GB" noProof="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pPr rtl="0"/>
              <a:endParaRPr lang="en-GB" noProof="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pPr rtl="0"/>
              <a:endParaRPr lang="en-GB" noProof="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pPr rtl="0"/>
              <a:endParaRPr lang="en-GB" noProof="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pPr rtl="0"/>
              <a:endParaRPr lang="en-GB" noProof="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pPr rtl="0"/>
              <a:endParaRPr lang="en-GB" noProof="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pPr rtl="0"/>
              <a:endParaRPr lang="en-GB" noProof="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pPr rtl="0"/>
              <a:endParaRPr lang="en-GB" noProof="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pPr rtl="0"/>
              <a:endParaRPr lang="en-GB" noProof="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pPr rtl="0"/>
              <a:endParaRPr lang="en-GB" noProof="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pPr rtl="0"/>
              <a:endParaRPr lang="en-GB" noProof="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pPr rtl="0"/>
              <a:endParaRPr lang="en-GB" noProof="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pPr rtl="0"/>
              <a:endParaRPr lang="en-GB" noProof="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pPr rtl="0"/>
              <a:endParaRPr lang="en-GB" noProof="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pPr rtl="0"/>
              <a:endParaRPr lang="en-GB" noProof="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pPr rtl="0"/>
              <a:endParaRPr lang="en-GB" noProof="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pPr rtl="0"/>
              <a:endParaRPr lang="en-GB" noProof="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pPr rtl="0"/>
              <a:endParaRPr lang="en-GB" noProof="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pPr rtl="0"/>
              <a:endParaRPr lang="en-GB" noProof="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pPr rtl="0"/>
              <a:endParaRPr lang="en-GB" noProof="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pPr rtl="0"/>
              <a:endParaRPr lang="en-GB" noProof="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pPr rtl="0"/>
              <a:endParaRPr lang="en-GB" noProof="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pPr rtl="0"/>
              <a:endParaRPr lang="en-GB" noProof="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pPr rtl="0"/>
              <a:endParaRPr lang="en-GB" noProof="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pPr rtl="0"/>
              <a:endParaRPr lang="en-GB" noProof="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pPr rtl="0"/>
              <a:endParaRPr lang="en-GB" noProof="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pPr rtl="0"/>
              <a:endParaRPr lang="en-GB" noProof="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pPr rtl="0"/>
              <a:endParaRPr lang="en-GB" noProof="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pPr rtl="0"/>
              <a:endParaRPr lang="en-GB" noProof="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pPr rtl="0"/>
              <a:endParaRPr lang="en-GB" noProof="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pPr rtl="0"/>
              <a:endParaRPr lang="en-GB" noProof="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pPr rtl="0"/>
              <a:endParaRPr lang="en-GB" noProof="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pPr rtl="0"/>
              <a:endParaRPr lang="en-GB" noProof="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pPr rtl="0"/>
              <a:endParaRPr lang="en-GB" noProof="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pPr rtl="0"/>
              <a:endParaRPr lang="en-GB" noProof="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pPr rtl="0"/>
              <a:endParaRPr lang="en-GB" noProof="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pPr rtl="0"/>
              <a:endParaRPr lang="en-GB" noProof="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pPr rtl="0"/>
              <a:endParaRPr lang="en-GB" noProof="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pPr rtl="0"/>
              <a:endParaRPr lang="en-GB" noProof="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pPr rtl="0"/>
              <a:endParaRPr lang="en-GB" noProof="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pPr rtl="0"/>
              <a:endParaRPr lang="en-GB" noProof="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pPr rtl="0"/>
              <a:endParaRPr lang="en-GB" noProof="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pPr rtl="0"/>
              <a:endParaRPr lang="en-GB" noProof="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pPr rtl="0"/>
              <a:endParaRPr lang="en-GB" noProof="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pPr rtl="0"/>
              <a:endParaRPr lang="en-GB" noProof="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pPr rtl="0"/>
              <a:endParaRPr lang="en-GB" noProof="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pPr rtl="0"/>
              <a:endParaRPr lang="en-GB" noProof="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pPr rtl="0"/>
              <a:endParaRPr lang="en-GB" noProof="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pPr rtl="0"/>
              <a:endParaRPr lang="en-GB" noProof="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pPr rtl="0"/>
              <a:endParaRPr lang="en-GB" noProof="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pPr rtl="0"/>
              <a:endParaRPr lang="en-GB" noProof="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pPr rtl="0"/>
              <a:endParaRPr lang="en-GB" noProof="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pPr rtl="0"/>
              <a:endParaRPr lang="en-GB" noProof="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pPr rtl="0"/>
              <a:endParaRPr lang="en-GB" noProof="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pPr rtl="0"/>
              <a:endParaRPr lang="en-GB" noProof="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pPr rtl="0"/>
              <a:endParaRPr lang="en-GB" noProof="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pPr rtl="0"/>
              <a:endParaRPr lang="en-GB" noProof="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pPr rtl="0"/>
              <a:endParaRPr lang="en-GB" noProof="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pPr rtl="0"/>
              <a:endParaRPr lang="en-GB" noProof="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pPr rtl="0"/>
              <a:endParaRPr lang="en-GB" noProof="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pPr rtl="0"/>
              <a:endParaRPr lang="en-GB" noProof="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pPr rtl="0"/>
              <a:endParaRPr lang="en-GB" noProof="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pPr rtl="0"/>
              <a:endParaRPr lang="en-GB" noProof="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pPr rtl="0"/>
              <a:endParaRPr lang="en-GB" noProof="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pPr rtl="0"/>
              <a:endParaRPr lang="en-GB" noProof="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pPr rtl="0"/>
              <a:endParaRPr lang="en-GB" noProof="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pPr rtl="0"/>
              <a:endParaRPr lang="en-GB" noProof="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pPr rtl="0"/>
              <a:endParaRPr lang="en-GB" noProof="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en-GB" noProof="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pPr rtl="0"/>
              <a:endParaRPr lang="en-GB" noProof="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pPr rtl="0"/>
              <a:endParaRPr lang="en-GB" noProof="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pPr rtl="0"/>
              <a:endParaRPr lang="en-GB" noProof="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pPr rtl="0"/>
              <a:endParaRPr lang="en-GB" noProof="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pPr rtl="0"/>
              <a:endParaRPr lang="en-GB" noProof="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pPr rtl="0"/>
              <a:endParaRPr lang="en-GB" noProof="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pPr rtl="0"/>
              <a:endParaRPr lang="en-GB" noProof="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pPr rtl="0"/>
              <a:endParaRPr lang="en-GB" noProof="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pPr rtl="0"/>
              <a:endParaRPr lang="en-GB" noProof="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pPr rtl="0"/>
              <a:endParaRPr lang="en-GB" noProof="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pPr rtl="0"/>
              <a:endParaRPr lang="en-GB" noProof="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pPr rtl="0"/>
              <a:endParaRPr lang="en-GB" noProof="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pPr rtl="0"/>
              <a:endParaRPr lang="en-GB" noProof="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pPr rtl="0"/>
              <a:endParaRPr lang="en-GB" noProof="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en-GB" noProof="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pPr rtl="0"/>
              <a:endParaRPr lang="en-GB" noProof="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pPr rtl="0"/>
              <a:endParaRPr lang="en-GB" noProof="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pPr rtl="0"/>
              <a:endParaRPr lang="en-GB" noProof="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pPr rtl="0"/>
              <a:endParaRPr lang="en-GB" noProof="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pPr rtl="0"/>
              <a:endParaRPr lang="en-GB" noProof="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pPr rtl="0"/>
              <a:endParaRPr lang="en-GB" noProof="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pPr rtl="0"/>
              <a:endParaRPr lang="en-GB" noProof="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pPr rtl="0"/>
              <a:endParaRPr lang="en-GB" noProof="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pPr rtl="0"/>
              <a:endParaRPr lang="en-GB" noProof="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pPr rtl="0"/>
              <a:endParaRPr lang="en-GB" noProof="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pPr rtl="0"/>
              <a:endParaRPr lang="en-GB" noProof="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pPr rtl="0"/>
              <a:endParaRPr lang="en-GB" noProof="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en-GB" noProof="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en-GB" noProof="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pPr rtl="0"/>
              <a:endParaRPr lang="en-GB" noProof="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pPr rtl="0"/>
              <a:endParaRPr lang="en-GB" noProof="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pPr rtl="0"/>
              <a:endParaRPr lang="en-GB" noProof="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pPr rtl="0"/>
              <a:endParaRPr lang="en-GB" noProof="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pPr rtl="0"/>
              <a:endParaRPr lang="en-GB" noProof="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pPr rtl="0"/>
              <a:endParaRPr lang="en-GB" noProof="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pPr rtl="0"/>
              <a:endParaRPr lang="en-GB" noProof="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pPr rtl="0"/>
              <a:endParaRPr lang="en-GB" noProof="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pPr rtl="0"/>
              <a:endParaRPr lang="en-GB" noProof="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pPr rtl="0"/>
              <a:endParaRPr lang="en-GB" noProof="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pPr rtl="0"/>
              <a:endParaRPr lang="en-GB" noProof="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pPr rtl="0"/>
              <a:endParaRPr lang="en-GB" noProof="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pPr rtl="0"/>
              <a:endParaRPr lang="en-GB" noProof="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pPr rtl="0"/>
              <a:endParaRPr lang="en-GB" noProof="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pPr rtl="0"/>
              <a:endParaRPr lang="en-GB" noProof="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pPr rtl="0"/>
              <a:endParaRPr lang="en-GB" noProof="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pPr rtl="0"/>
              <a:endParaRPr lang="en-GB" noProof="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pPr rtl="0"/>
              <a:endParaRPr lang="en-GB" noProof="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pPr rtl="0"/>
              <a:endParaRPr lang="en-GB" noProof="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pPr rtl="0"/>
              <a:endParaRPr lang="en-GB" noProof="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pPr rtl="0"/>
              <a:endParaRPr lang="en-GB" noProof="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en-GB" noProof="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pPr rtl="0"/>
              <a:endParaRPr lang="en-GB" noProof="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pPr rtl="0"/>
              <a:endParaRPr lang="en-GB" noProof="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pPr rtl="0"/>
              <a:endParaRPr lang="en-GB" noProof="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pPr rtl="0"/>
              <a:endParaRPr lang="en-GB" noProof="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pPr rtl="0"/>
              <a:endParaRPr lang="en-GB" noProof="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pPr rtl="0"/>
              <a:endParaRPr lang="en-GB" noProof="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pPr rtl="0"/>
              <a:endParaRPr lang="en-GB" noProof="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pPr rtl="0"/>
              <a:endParaRPr lang="en-GB" noProof="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pPr rtl="0"/>
              <a:endParaRPr lang="en-GB" noProof="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pPr rtl="0"/>
              <a:endParaRPr lang="en-GB" noProof="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pPr rtl="0"/>
              <a:endParaRPr lang="en-GB" noProof="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pPr rtl="0"/>
              <a:endParaRPr lang="en-GB" noProof="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pPr rtl="0"/>
              <a:endParaRPr lang="en-GB" noProof="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pPr rtl="0"/>
              <a:endParaRPr lang="en-GB" noProof="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pPr rtl="0"/>
              <a:endParaRPr lang="en-GB" noProof="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en-GB" noProof="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pPr rtl="0"/>
              <a:endParaRPr lang="en-GB" noProof="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pPr rtl="0"/>
              <a:endParaRPr lang="en-GB" noProof="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pPr rtl="0"/>
              <a:endParaRPr lang="en-GB" noProof="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pPr rtl="0"/>
              <a:endParaRPr lang="en-GB" noProof="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pPr rtl="0"/>
              <a:endParaRPr lang="en-GB" noProof="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pPr rtl="0"/>
              <a:endParaRPr lang="en-GB" noProof="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pPr rtl="0"/>
              <a:endParaRPr lang="en-GB" noProof="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pPr rtl="0"/>
              <a:endParaRPr lang="en-GB" noProof="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pPr rtl="0"/>
              <a:endParaRPr lang="en-GB" noProof="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pPr rtl="0"/>
              <a:endParaRPr lang="en-GB" noProof="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pPr rtl="0"/>
              <a:endParaRPr lang="en-GB" noProof="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pPr rtl="0"/>
              <a:endParaRPr lang="en-GB" noProof="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pPr rtl="0"/>
              <a:endParaRPr lang="en-GB" noProof="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pPr rtl="0"/>
              <a:endParaRPr lang="en-GB" noProof="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pPr rtl="0"/>
              <a:endParaRPr lang="en-GB" noProof="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pPr rtl="0"/>
              <a:endParaRPr lang="en-GB" noProof="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pPr rtl="0"/>
              <a:endParaRPr lang="en-GB" noProof="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pPr rtl="0"/>
              <a:endParaRPr lang="en-GB" noProof="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pPr rtl="0"/>
              <a:endParaRPr lang="en-GB" noProof="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pPr rtl="0"/>
              <a:endParaRPr lang="en-GB" noProof="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pPr rtl="0"/>
              <a:endParaRPr lang="en-GB" noProof="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pPr rtl="0"/>
              <a:endParaRPr lang="en-GB" noProof="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pPr rtl="0"/>
              <a:endParaRPr lang="en-GB" noProof="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pPr rtl="0"/>
              <a:endParaRPr lang="en-GB" noProof="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pPr rtl="0"/>
              <a:endParaRPr lang="en-GB" noProof="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pPr rtl="0"/>
              <a:endParaRPr lang="en-GB" noProof="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pPr rtl="0"/>
              <a:endParaRPr lang="en-GB" noProof="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pPr rtl="0"/>
              <a:endParaRPr lang="en-GB" noProof="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pPr rtl="0"/>
              <a:endParaRPr lang="en-GB" noProof="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pPr rtl="0"/>
              <a:endParaRPr lang="en-GB" noProof="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pPr rtl="0"/>
              <a:endParaRPr lang="en-GB" noProof="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pPr rtl="0"/>
              <a:endParaRPr lang="en-GB" noProof="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pPr rtl="0"/>
              <a:endParaRPr lang="en-GB" noProof="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pPr rtl="0"/>
              <a:endParaRPr lang="en-GB" noProof="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pPr rtl="0"/>
              <a:endParaRPr lang="en-GB" noProof="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pPr rtl="0"/>
              <a:endParaRPr lang="en-GB" noProof="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pPr rtl="0"/>
              <a:endParaRPr lang="en-GB" noProof="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pPr rtl="0"/>
              <a:endParaRPr lang="en-GB" noProof="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pPr rtl="0"/>
              <a:endParaRPr lang="en-GB" noProof="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pPr rtl="0"/>
              <a:endParaRPr lang="en-GB" noProof="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pPr rtl="0"/>
              <a:endParaRPr lang="en-GB" noProof="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pPr rtl="0"/>
              <a:endParaRPr lang="en-GB" noProof="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pPr rtl="0"/>
              <a:endParaRPr lang="en-GB" noProof="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pPr rtl="0"/>
              <a:endParaRPr lang="en-GB" noProof="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pPr rtl="0"/>
              <a:endParaRPr lang="en-GB" noProof="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pPr rtl="0"/>
              <a:endParaRPr lang="en-GB" noProof="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pPr rtl="0"/>
              <a:endParaRPr lang="en-GB" noProof="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pPr rtl="0"/>
              <a:endParaRPr lang="en-GB" noProof="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en-GB" noProof="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pPr rtl="0"/>
              <a:endParaRPr lang="en-GB" noProof="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pPr rtl="0"/>
              <a:endParaRPr lang="en-GB" noProof="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pPr rtl="0"/>
              <a:endParaRPr lang="en-GB" noProof="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pPr rtl="0"/>
              <a:endParaRPr lang="en-GB" noProof="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pPr rtl="0"/>
              <a:endParaRPr lang="en-GB" noProof="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pPr rtl="0"/>
              <a:endParaRPr lang="en-GB" noProof="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pPr rtl="0"/>
              <a:endParaRPr lang="en-GB" noProof="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pPr rtl="0"/>
              <a:endParaRPr lang="en-GB" noProof="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pPr rtl="0"/>
              <a:endParaRPr lang="en-GB" noProof="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pPr rtl="0"/>
              <a:endParaRPr lang="en-GB" noProof="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pPr rtl="0"/>
              <a:endParaRPr lang="en-GB" noProof="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pPr rtl="0"/>
              <a:endParaRPr lang="en-GB" noProof="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pPr rtl="0"/>
              <a:endParaRPr lang="en-GB" noProof="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pPr rtl="0"/>
              <a:endParaRPr lang="en-GB" noProof="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pPr rtl="0"/>
              <a:endParaRPr lang="en-GB" noProof="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pPr rtl="0"/>
              <a:endParaRPr lang="en-GB" noProof="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pPr rtl="0"/>
              <a:endParaRPr lang="en-GB" noProof="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pPr rtl="0"/>
              <a:endParaRPr lang="en-GB" noProof="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pPr rtl="0"/>
              <a:endParaRPr lang="en-GB" noProof="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pPr rtl="0"/>
              <a:endParaRPr lang="en-GB" noProof="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pPr rtl="0"/>
              <a:endParaRPr lang="en-GB" noProof="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pPr rtl="0"/>
              <a:endParaRPr lang="en-GB" noProof="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pPr rtl="0"/>
              <a:endParaRPr lang="en-GB" noProof="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pPr rtl="0"/>
              <a:endParaRPr lang="en-GB" noProof="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pPr rtl="0"/>
              <a:endParaRPr lang="en-GB" noProof="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pPr rtl="0"/>
              <a:endParaRPr lang="en-GB" noProof="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pPr rtl="0"/>
              <a:endParaRPr lang="en-GB" noProof="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pPr rtl="0"/>
              <a:endParaRPr lang="en-GB" noProof="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pPr rtl="0"/>
              <a:endParaRPr lang="en-GB" noProof="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pPr rtl="0"/>
              <a:endParaRPr lang="en-GB" noProof="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pPr rtl="0"/>
              <a:endParaRPr lang="en-GB" noProof="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pPr rtl="0"/>
              <a:endParaRPr lang="en-GB" noProof="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pPr rtl="0"/>
              <a:endParaRPr lang="en-GB" noProof="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pPr rtl="0"/>
              <a:endParaRPr lang="en-GB" noProof="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pPr rtl="0"/>
              <a:endParaRPr lang="en-GB" noProof="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pPr rtl="0"/>
              <a:endParaRPr lang="en-GB" noProof="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en-GB" noProof="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pPr rtl="0"/>
              <a:endParaRPr lang="en-GB" noProof="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pPr rtl="0"/>
              <a:endParaRPr lang="en-GB" noProof="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pPr rtl="0"/>
              <a:endParaRPr lang="en-GB" noProof="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pPr rtl="0"/>
              <a:endParaRPr lang="en-GB" noProof="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pPr rtl="0"/>
              <a:endParaRPr lang="en-GB" noProof="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pPr rtl="0"/>
              <a:endParaRPr lang="en-GB" noProof="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pPr rtl="0"/>
              <a:endParaRPr lang="en-GB" noProof="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pPr rtl="0"/>
              <a:endParaRPr lang="en-GB" noProof="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en-GB" noProof="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pPr rtl="0"/>
              <a:endParaRPr lang="en-GB" noProof="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pPr rtl="0"/>
              <a:endParaRPr lang="en-GB" noProof="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pPr rtl="0"/>
              <a:endParaRPr lang="en-GB" noProof="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pPr rtl="0"/>
              <a:endParaRPr lang="en-GB" noProof="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pPr rtl="0"/>
              <a:endParaRPr lang="en-GB" noProof="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pPr rtl="0"/>
              <a:endParaRPr lang="en-GB" noProof="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pPr rtl="0"/>
              <a:endParaRPr lang="en-GB" noProof="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pPr rtl="0"/>
              <a:endParaRPr lang="en-GB" noProof="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pPr rtl="0"/>
              <a:endParaRPr lang="en-GB" noProof="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pPr rtl="0"/>
              <a:endParaRPr lang="en-GB" noProof="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pPr rtl="0"/>
              <a:endParaRPr lang="en-GB" noProof="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pPr rtl="0"/>
              <a:endParaRPr lang="en-GB" noProof="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pPr rtl="0"/>
              <a:endParaRPr lang="en-GB" noProof="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pPr rtl="0"/>
              <a:endParaRPr lang="en-GB" noProof="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pPr rtl="0"/>
              <a:endParaRPr lang="en-GB" noProof="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pPr rtl="0"/>
              <a:endParaRPr lang="en-GB" noProof="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pPr rtl="0"/>
              <a:endParaRPr lang="en-GB" noProof="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pPr rtl="0"/>
              <a:endParaRPr lang="en-GB" noProof="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pPr rtl="0"/>
              <a:endParaRPr lang="en-GB" noProof="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pPr rtl="0"/>
              <a:endParaRPr lang="en-GB" noProof="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pPr rtl="0"/>
              <a:endParaRPr lang="en-GB" noProof="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pPr rtl="0"/>
              <a:endParaRPr lang="en-GB" noProof="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pPr rtl="0"/>
              <a:endParaRPr lang="en-GB" noProof="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pPr rtl="0"/>
              <a:endParaRPr lang="en-GB" noProof="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pPr rtl="0"/>
              <a:endParaRPr lang="en-GB" noProof="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pPr rtl="0"/>
              <a:endParaRPr lang="en-GB" noProof="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pPr rtl="0"/>
              <a:endParaRPr lang="en-GB" noProof="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pPr rtl="0"/>
              <a:endParaRPr lang="en-GB" noProof="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pPr rtl="0"/>
              <a:endParaRPr lang="en-GB" noProof="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pPr rtl="0"/>
              <a:endParaRPr lang="en-GB" noProof="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pPr rtl="0"/>
              <a:endParaRPr lang="en-GB" noProof="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pPr rtl="0"/>
              <a:endParaRPr lang="en-GB" noProof="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pPr rtl="0"/>
              <a:endParaRPr lang="en-GB" noProof="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pPr rtl="0"/>
              <a:endParaRPr lang="en-GB" noProof="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pPr rtl="0"/>
              <a:endParaRPr lang="en-GB" noProof="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en-GB" noProof="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pPr rtl="0"/>
              <a:endParaRPr lang="en-GB" noProof="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pPr rtl="0"/>
              <a:endParaRPr lang="en-GB" noProof="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pPr rtl="0"/>
              <a:endParaRPr lang="en-GB" noProof="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pPr rtl="0"/>
              <a:endParaRPr lang="en-GB" noProof="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pPr rtl="0"/>
              <a:endParaRPr lang="en-GB" noProof="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pPr rtl="0"/>
              <a:endParaRPr lang="en-GB" noProof="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pPr rtl="0"/>
              <a:endParaRPr lang="en-GB" noProof="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pPr rtl="0"/>
              <a:endParaRPr lang="en-GB" noProof="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pPr rtl="0"/>
              <a:endParaRPr lang="en-GB" noProof="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pPr rtl="0"/>
              <a:endParaRPr lang="en-GB" noProof="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pPr rtl="0"/>
              <a:endParaRPr lang="en-GB" noProof="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pPr rtl="0"/>
              <a:endParaRPr lang="en-GB" noProof="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pPr rtl="0"/>
              <a:endParaRPr lang="en-GB" noProof="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pPr rtl="0"/>
              <a:endParaRPr lang="en-GB" noProof="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pPr rtl="0"/>
              <a:endParaRPr lang="en-GB" noProof="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pPr rtl="0"/>
              <a:endParaRPr lang="en-GB" noProof="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pPr rtl="0"/>
              <a:endParaRPr lang="en-GB" noProof="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pPr rtl="0"/>
              <a:endParaRPr lang="en-GB" noProof="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pPr rtl="0"/>
              <a:endParaRPr lang="en-GB" noProof="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pPr rtl="0"/>
              <a:endParaRPr lang="en-GB" noProof="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pPr rtl="0"/>
              <a:endParaRPr lang="en-GB" noProof="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pPr rtl="0"/>
              <a:endParaRPr lang="en-GB" noProof="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pPr rtl="0"/>
              <a:endParaRPr lang="en-GB" noProof="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pPr rtl="0"/>
              <a:endParaRPr lang="en-GB" noProof="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pPr rtl="0"/>
              <a:endParaRPr lang="en-GB" noProof="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pPr rtl="0"/>
              <a:endParaRPr lang="en-GB" noProof="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pPr rtl="0"/>
              <a:endParaRPr lang="en-GB" noProof="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pPr rtl="0"/>
              <a:endParaRPr lang="en-GB" noProof="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pPr rtl="0"/>
              <a:endParaRPr lang="en-GB" noProof="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en-GB" noProof="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pPr rtl="0"/>
              <a:endParaRPr lang="en-GB" noProof="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pPr rtl="0"/>
              <a:endParaRPr lang="en-GB" noProof="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pPr rtl="0"/>
              <a:endParaRPr lang="en-GB" noProof="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pPr rtl="0"/>
              <a:endParaRPr lang="en-GB" noProof="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pPr rtl="0"/>
              <a:endParaRPr lang="en-GB" noProof="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pPr rtl="0"/>
              <a:endParaRPr lang="en-GB" noProof="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pPr rtl="0"/>
              <a:endParaRPr lang="en-GB" noProof="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pPr rtl="0"/>
              <a:endParaRPr lang="en-GB" noProof="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pPr rtl="0"/>
              <a:endParaRPr lang="en-GB" noProof="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pPr rtl="0"/>
              <a:endParaRPr lang="en-GB" noProof="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pPr rtl="0"/>
              <a:endParaRPr lang="en-GB" noProof="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pPr rtl="0"/>
              <a:endParaRPr lang="en-GB" noProof="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pPr rtl="0"/>
              <a:endParaRPr lang="en-GB" noProof="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pPr rtl="0"/>
              <a:endParaRPr lang="en-GB" noProof="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pPr rtl="0"/>
              <a:endParaRPr lang="en-GB" noProof="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pPr rtl="0"/>
              <a:endParaRPr lang="en-GB" noProof="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pPr rtl="0"/>
              <a:endParaRPr lang="en-GB" noProof="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pPr rtl="0"/>
              <a:endParaRPr lang="en-GB" noProof="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pPr rtl="0"/>
              <a:endParaRPr lang="en-GB" noProof="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pPr rtl="0"/>
              <a:endParaRPr lang="en-GB" noProof="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pPr rtl="0"/>
              <a:endParaRPr lang="en-GB" noProof="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pPr rtl="0"/>
              <a:endParaRPr lang="en-GB" noProof="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pPr rtl="0"/>
              <a:endParaRPr lang="en-GB" noProof="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pPr rtl="0"/>
              <a:endParaRPr lang="en-GB" noProof="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pPr rtl="0"/>
              <a:endParaRPr lang="en-GB" noProof="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pPr rtl="0"/>
              <a:endParaRPr lang="en-GB" noProof="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pPr rtl="0"/>
              <a:endParaRPr lang="en-GB" noProof="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pPr rtl="0"/>
              <a:endParaRPr lang="en-GB" noProof="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pPr rtl="0"/>
              <a:endParaRPr lang="en-GB" noProof="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pPr rtl="0"/>
              <a:endParaRPr lang="en-GB" noProof="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pPr rtl="0"/>
              <a:endParaRPr lang="en-GB" noProof="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pPr rtl="0"/>
              <a:endParaRPr lang="en-GB" noProof="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pPr rtl="0"/>
              <a:endParaRPr lang="en-GB" noProof="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pPr rtl="0"/>
              <a:endParaRPr lang="en-GB" noProof="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pPr rtl="0"/>
              <a:endParaRPr lang="en-GB" noProof="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pPr rtl="0"/>
              <a:endParaRPr lang="en-GB" noProof="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pPr rtl="0"/>
              <a:endParaRPr lang="en-GB" noProof="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pPr rtl="0"/>
              <a:endParaRPr lang="en-GB" noProof="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pPr rtl="0"/>
              <a:endParaRPr lang="en-GB" noProof="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pPr rtl="0"/>
              <a:endParaRPr lang="en-GB" noProof="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pPr rtl="0"/>
              <a:endParaRPr lang="en-GB" noProof="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pPr rtl="0"/>
              <a:endParaRPr lang="en-GB" noProof="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pPr rtl="0"/>
              <a:endParaRPr lang="en-GB" noProof="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pPr rtl="0"/>
              <a:endParaRPr lang="en-GB" noProof="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pPr rtl="0"/>
              <a:endParaRPr lang="en-GB" noProof="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pPr rtl="0"/>
              <a:endParaRPr lang="en-GB" noProof="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pPr rtl="0"/>
              <a:endParaRPr lang="en-GB" noProof="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pPr rtl="0"/>
              <a:endParaRPr lang="en-GB" noProof="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pPr rtl="0"/>
              <a:endParaRPr lang="en-GB" noProof="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pPr rtl="0"/>
              <a:endParaRPr lang="en-GB" noProof="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pPr rtl="0"/>
              <a:endParaRPr lang="en-GB" noProof="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pPr rtl="0"/>
              <a:endParaRPr lang="en-GB" noProof="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pPr rtl="0"/>
              <a:endParaRPr lang="en-GB" noProof="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pPr rtl="0"/>
              <a:endParaRPr lang="en-GB" noProof="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pPr rtl="0"/>
              <a:endParaRPr lang="en-GB" noProof="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pPr rtl="0"/>
              <a:endParaRPr lang="en-GB" noProof="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pPr rtl="0"/>
              <a:endParaRPr lang="en-GB" noProof="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pPr rtl="0"/>
              <a:endParaRPr lang="en-GB" noProof="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pPr rtl="0"/>
              <a:endParaRPr lang="en-GB" noProof="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pPr rtl="0"/>
              <a:endParaRPr lang="en-GB" noProof="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pPr rtl="0"/>
              <a:endParaRPr lang="en-GB" noProof="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pPr rtl="0"/>
              <a:endParaRPr lang="en-GB" noProof="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pPr rtl="0"/>
              <a:endParaRPr lang="en-GB" noProof="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pPr rtl="0"/>
              <a:endParaRPr lang="en-GB" noProof="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pPr rtl="0"/>
              <a:endParaRPr lang="en-GB" noProof="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pPr rtl="0"/>
              <a:endParaRPr lang="en-GB" noProof="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pPr rtl="0"/>
              <a:endParaRPr lang="en-GB" noProof="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pPr rtl="0"/>
              <a:endParaRPr lang="en-GB" noProof="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pPr rtl="0"/>
              <a:endParaRPr lang="en-GB" noProof="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pPr rtl="0"/>
              <a:endParaRPr lang="en-GB" noProof="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pPr rtl="0"/>
              <a:endParaRPr lang="en-GB" noProof="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pPr rtl="0"/>
              <a:endParaRPr lang="en-GB" noProof="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pPr rtl="0"/>
              <a:endParaRPr lang="en-GB" noProof="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pPr rtl="0"/>
              <a:endParaRPr lang="en-GB" noProof="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pPr rtl="0"/>
              <a:endParaRPr lang="en-GB" noProof="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pPr rtl="0"/>
              <a:endParaRPr lang="en-GB" noProof="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pPr rtl="0"/>
              <a:endParaRPr lang="en-GB" noProof="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pPr rtl="0"/>
              <a:endParaRPr lang="en-GB" noProof="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pPr rtl="0"/>
              <a:endParaRPr lang="en-GB" noProof="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pPr rtl="0"/>
              <a:endParaRPr lang="en-GB" noProof="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pPr rtl="0"/>
              <a:endParaRPr lang="en-GB" noProof="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pPr rtl="0"/>
              <a:endParaRPr lang="en-GB" noProof="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pPr rtl="0"/>
              <a:endParaRPr lang="en-GB" noProof="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pPr rtl="0"/>
              <a:endParaRPr lang="en-GB" noProof="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pPr rtl="0"/>
              <a:endParaRPr lang="en-GB" noProof="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pPr rtl="0"/>
              <a:endParaRPr lang="en-GB" noProof="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pPr rtl="0"/>
              <a:endParaRPr lang="en-GB" noProof="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pPr rtl="0"/>
              <a:endParaRPr lang="en-GB" noProof="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pPr rtl="0"/>
              <a:endParaRPr lang="en-GB" noProof="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pPr rtl="0"/>
              <a:endParaRPr lang="en-GB" noProof="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pPr rtl="0"/>
              <a:endParaRPr lang="en-GB" noProof="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en-GB" noProof="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pPr rtl="0"/>
              <a:endParaRPr lang="en-GB" noProof="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pPr rtl="0"/>
              <a:endParaRPr lang="en-GB" noProof="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pPr rtl="0"/>
              <a:endParaRPr lang="en-GB" noProof="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pPr rtl="0"/>
              <a:endParaRPr lang="en-GB" noProof="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pPr rtl="0"/>
              <a:endParaRPr lang="en-GB" noProof="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pPr rtl="0"/>
              <a:endParaRPr lang="en-GB" noProof="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pPr rtl="0"/>
              <a:endParaRPr lang="en-GB" noProof="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pPr rtl="0"/>
              <a:endParaRPr lang="en-GB" noProof="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pPr rtl="0"/>
              <a:endParaRPr lang="en-GB" noProof="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pPr rtl="0"/>
              <a:endParaRPr lang="en-GB" noProof="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pPr rtl="0"/>
              <a:endParaRPr lang="en-GB" noProof="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pPr rtl="0"/>
              <a:endParaRPr lang="en-GB" noProof="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pPr rtl="0"/>
              <a:endParaRPr lang="en-GB" noProof="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pPr rtl="0"/>
              <a:endParaRPr lang="en-GB" noProof="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pPr rtl="0"/>
              <a:endParaRPr lang="en-GB" noProof="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pPr rtl="0"/>
              <a:endParaRPr lang="en-GB" noProof="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pPr rtl="0"/>
              <a:endParaRPr lang="en-GB" noProof="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pPr rtl="0"/>
              <a:endParaRPr lang="en-GB" noProof="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pPr rtl="0"/>
              <a:endParaRPr lang="en-GB" noProof="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pPr rtl="0"/>
              <a:endParaRPr lang="en-GB" noProof="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pPr rtl="0"/>
              <a:endParaRPr lang="en-GB" noProof="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pPr rtl="0"/>
              <a:endParaRPr lang="en-GB" noProof="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pPr rtl="0"/>
              <a:endParaRPr lang="en-GB" noProof="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pPr rtl="0"/>
              <a:endParaRPr lang="en-GB" noProof="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pPr rtl="0"/>
              <a:endParaRPr lang="en-GB" noProof="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pPr rtl="0"/>
              <a:endParaRPr lang="en-GB" noProof="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pPr rtl="0"/>
              <a:endParaRPr lang="en-GB" noProof="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pPr rtl="0"/>
              <a:endParaRPr lang="en-GB" noProof="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pPr rtl="0"/>
              <a:endParaRPr lang="en-GB" noProof="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pPr rtl="0"/>
              <a:endParaRPr lang="en-GB" noProof="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pPr rtl="0"/>
              <a:endParaRPr lang="en-GB" noProof="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pPr rtl="0"/>
              <a:endParaRPr lang="en-GB" noProof="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pPr rtl="0"/>
              <a:endParaRPr lang="en-GB" noProof="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pPr rtl="0"/>
              <a:endParaRPr lang="en-GB" noProof="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pPr rtl="0"/>
              <a:endParaRPr lang="en-GB" noProof="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pPr rtl="0"/>
              <a:endParaRPr lang="en-GB" noProof="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pPr rtl="0"/>
              <a:endParaRPr lang="en-GB" noProof="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pPr rtl="0"/>
              <a:endParaRPr lang="en-GB" noProof="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pPr rtl="0"/>
              <a:endParaRPr lang="en-GB" noProof="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pPr rtl="0"/>
              <a:endParaRPr lang="en-GB" noProof="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pPr rtl="0"/>
              <a:endParaRPr lang="en-GB" noProof="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pPr rtl="0"/>
              <a:endParaRPr lang="en-GB" noProof="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pPr rtl="0"/>
              <a:endParaRPr lang="en-GB" noProof="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pPr rtl="0"/>
              <a:endParaRPr lang="en-GB" noProof="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pPr rtl="0"/>
              <a:endParaRPr lang="en-GB" noProof="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pPr rtl="0"/>
              <a:endParaRPr lang="en-GB" noProof="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pPr rtl="0"/>
              <a:endParaRPr lang="en-GB" noProof="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pPr rtl="0"/>
              <a:endParaRPr lang="en-GB" noProof="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pPr rtl="0"/>
              <a:endParaRPr lang="en-GB" noProof="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pPr rtl="0"/>
              <a:endParaRPr lang="en-GB" noProof="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pPr rtl="0"/>
              <a:endParaRPr lang="en-GB" noProof="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pPr rtl="0"/>
              <a:endParaRPr lang="en-GB" noProof="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pPr rtl="0"/>
              <a:endParaRPr lang="en-GB" noProof="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pPr rtl="0"/>
              <a:endParaRPr lang="en-GB" noProof="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pPr rtl="0"/>
              <a:endParaRPr lang="en-GB" noProof="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pPr rtl="0"/>
              <a:endParaRPr lang="en-GB" noProof="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pPr rtl="0"/>
              <a:endParaRPr lang="en-GB" noProof="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pPr rtl="0"/>
              <a:endParaRPr lang="en-GB" noProof="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pPr rtl="0"/>
              <a:endParaRPr lang="en-GB" noProof="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pPr rtl="0"/>
              <a:endParaRPr lang="en-GB" noProof="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en-GB" noProof="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en-GB" noProof="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pPr rtl="0"/>
              <a:endParaRPr lang="en-GB" noProof="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pPr rtl="0"/>
              <a:endParaRPr lang="en-GB" noProof="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pPr rtl="0"/>
              <a:endParaRPr lang="en-GB" noProof="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pPr rtl="0"/>
              <a:endParaRPr lang="en-GB" noProof="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pPr rtl="0"/>
              <a:endParaRPr lang="en-GB" noProof="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pPr rtl="0"/>
              <a:endParaRPr lang="en-GB" noProof="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pPr rtl="0"/>
              <a:endParaRPr lang="en-GB" noProof="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pPr rtl="0"/>
              <a:endParaRPr lang="en-GB" noProof="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pPr rtl="0"/>
              <a:endParaRPr lang="en-GB" noProof="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pPr rtl="0"/>
              <a:endParaRPr lang="en-GB" noProof="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pPr rtl="0"/>
              <a:endParaRPr lang="en-GB" noProof="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pPr rtl="0"/>
              <a:endParaRPr lang="en-GB" noProof="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pPr rtl="0"/>
              <a:endParaRPr lang="en-GB" noProof="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pPr rtl="0"/>
              <a:endParaRPr lang="en-GB" noProof="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pPr rtl="0"/>
              <a:endParaRPr lang="en-GB" noProof="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pPr rtl="0"/>
              <a:endParaRPr lang="en-GB" noProof="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pPr rtl="0"/>
              <a:endParaRPr lang="en-GB" noProof="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pPr rtl="0"/>
              <a:endParaRPr lang="en-GB" noProof="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pPr rtl="0"/>
              <a:endParaRPr lang="en-GB" noProof="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pPr rtl="0"/>
              <a:endParaRPr lang="en-GB" noProof="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pPr rtl="0"/>
              <a:endParaRPr lang="en-GB" noProof="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pPr rtl="0"/>
              <a:endParaRPr lang="en-GB" noProof="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pPr rtl="0"/>
              <a:endParaRPr lang="en-GB" noProof="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pPr rtl="0"/>
              <a:endParaRPr lang="en-GB" noProof="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pPr rtl="0"/>
              <a:endParaRPr lang="en-GB" noProof="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pPr rtl="0"/>
              <a:endParaRPr lang="en-GB" noProof="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pPr rtl="0"/>
              <a:endParaRPr lang="en-GB" noProof="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pPr rtl="0"/>
              <a:endParaRPr lang="en-GB" noProof="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pPr rtl="0"/>
              <a:endParaRPr lang="en-GB" noProof="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pPr rtl="0"/>
              <a:endParaRPr lang="en-GB" noProof="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rtlCol="0"/>
          <a:lstStyle>
            <a:lvl1pPr>
              <a:defRPr>
                <a:solidFill>
                  <a:schemeClr val="bg1"/>
                </a:solidFill>
              </a:defRPr>
            </a:lvl1pPr>
          </a:lstStyle>
          <a:p>
            <a:pPr rtl="0"/>
            <a:r>
              <a:rPr lang="en-GB" noProof="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en-GB" noProof="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en-GB" noProof="0" smtClean="0"/>
              <a:pPr/>
              <a:t>‹#›</a:t>
            </a:fld>
            <a:endParaRPr lang="en-GB" noProof="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rtlCol="0"/>
          <a:lstStyle>
            <a:lvl1pPr algn="ctr">
              <a:defRPr baseline="0"/>
            </a:lvl1pPr>
          </a:lstStyle>
          <a:p>
            <a:pPr rtl="0"/>
            <a:r>
              <a:rPr lang="en-GB" noProof="0"/>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n-GB" noProof="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en-GB" noProof="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normAutofit/>
          </a:bodyPr>
          <a:lstStyle>
            <a:lvl1pPr>
              <a:defRPr sz="3800" cap="all" baseline="0">
                <a:solidFill>
                  <a:schemeClr val="tx1"/>
                </a:solidFill>
              </a:defRPr>
            </a:lvl1pPr>
          </a:lstStyle>
          <a:p>
            <a:pPr rtl="0"/>
            <a:r>
              <a:rPr lang="en-GB" noProof="0"/>
              <a:t>Click to edit Master title style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rtlCol="0" anchor="ctr"/>
          <a:lstStyle>
            <a:lvl1pPr marL="0" indent="0" algn="ctr">
              <a:buNone/>
              <a:defRPr sz="1400" b="1">
                <a:solidFill>
                  <a:schemeClr val="tx1"/>
                </a:solidFill>
                <a:latin typeface="+mj-lt"/>
              </a:defRPr>
            </a:lvl1pPr>
          </a:lstStyle>
          <a:p>
            <a:pPr lvl="0" rtl="0"/>
            <a:r>
              <a:rPr lang="en-GB" noProof="0"/>
              <a:t>Year</a:t>
            </a:r>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rtlCol="0" anchor="ctr"/>
          <a:lstStyle>
            <a:lvl1pPr marL="0" indent="0" algn="ctr">
              <a:buNone/>
              <a:defRPr sz="1400" b="1">
                <a:solidFill>
                  <a:schemeClr val="tx1"/>
                </a:solidFill>
                <a:latin typeface="+mj-lt"/>
              </a:defRPr>
            </a:lvl1pPr>
          </a:lstStyle>
          <a:p>
            <a:pPr lvl="0" rtl="0"/>
            <a:r>
              <a:rPr lang="en-GB" noProof="0"/>
              <a:t>Year</a:t>
            </a:r>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rtlCol="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rtl="0"/>
            <a:r>
              <a:rPr lang="en-GB" noProof="0"/>
              <a:t>Item Title</a:t>
            </a:r>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rtlCol="0">
            <a:noAutofit/>
          </a:bodyPr>
          <a:lstStyle>
            <a:lvl1pPr marL="0" indent="0" algn="ctr">
              <a:buNone/>
              <a:defRPr sz="1100">
                <a:solidFill>
                  <a:schemeClr val="tx1">
                    <a:lumMod val="75000"/>
                    <a:lumOff val="25000"/>
                  </a:schemeClr>
                </a:solidFill>
              </a:defRPr>
            </a:lvl1pPr>
          </a:lstStyle>
          <a:p>
            <a:pPr lvl="0" rtl="0"/>
            <a:r>
              <a:rPr lang="en-GB" noProof="0"/>
              <a:t>Month, Year</a:t>
            </a:r>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en-GB" noProof="0"/>
              <a:t>Click to edit Master title style</a:t>
            </a:r>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en-GB" noProof="0"/>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en-GB" noProof="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en-GB" noProof="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rtlCol="0">
            <a:normAutofit/>
          </a:bodyPr>
          <a:lstStyle>
            <a:lvl1pPr>
              <a:defRPr sz="2000"/>
            </a:lvl1pPr>
          </a:lstStyle>
          <a:p>
            <a:pPr rtl="0"/>
            <a:r>
              <a:rPr lang="en-GB" noProof="0"/>
              <a:t>Click icon to add picture</a:t>
            </a:r>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rtlCol="0">
            <a:normAutofit/>
          </a:bodyPr>
          <a:lstStyle>
            <a:lvl1pPr>
              <a:defRPr sz="2000"/>
            </a:lvl1pPr>
          </a:lstStyle>
          <a:p>
            <a:pPr rtl="0"/>
            <a:r>
              <a:rPr lang="en-GB" noProof="0"/>
              <a:t>Click icon to add picture</a:t>
            </a:r>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rtlCol="0">
            <a:normAutofit/>
          </a:bodyPr>
          <a:lstStyle>
            <a:lvl1pPr>
              <a:defRPr sz="2000"/>
            </a:lvl1pPr>
          </a:lstStyle>
          <a:p>
            <a:pPr rtl="0"/>
            <a:r>
              <a:rPr lang="en-GB" noProof="0"/>
              <a:t>Click icon to add picture</a:t>
            </a:r>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rtlCol="0">
            <a:normAutofit/>
          </a:bodyPr>
          <a:lstStyle>
            <a:lvl1pPr>
              <a:defRPr sz="2000"/>
            </a:lvl1pPr>
          </a:lstStyle>
          <a:p>
            <a:pPr rtl="0"/>
            <a:r>
              <a:rPr lang="en-GB" noProof="0"/>
              <a:t>Click icon to add picture</a:t>
            </a:r>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en-GB" noProof="0"/>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en-GB" noProof="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en-GB" noProof="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rtlCol="0">
            <a:normAutofit/>
          </a:bodyPr>
          <a:lstStyle>
            <a:lvl1pPr>
              <a:defRPr sz="2000"/>
            </a:lvl1pPr>
          </a:lstStyle>
          <a:p>
            <a:pPr rtl="0"/>
            <a:r>
              <a:rPr lang="en-GB" noProof="0"/>
              <a:t>Click icon to add picture</a:t>
            </a:r>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en-GB" noProof="0"/>
              <a:t>Click to edit Master title style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u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pPr rtl="0"/>
              <a:endParaRPr lang="en-GB" noProof="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rtlCol="0"/>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rtlCol="0" anchor="b" anchorCtr="0"/>
          <a:lstStyle/>
          <a:p>
            <a:pPr rtl="0"/>
            <a:r>
              <a:rPr lang="en-GB" noProof="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rtlCol="0">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rtl="0"/>
            <a:r>
              <a:rPr lang="en-GB" noProof="0"/>
              <a:t>Click to edit text</a:t>
            </a:r>
          </a:p>
        </p:txBody>
      </p:sp>
      <p:grpSp>
        <p:nvGrpSpPr>
          <p:cNvPr id="10" name="Picture Placeholder 44" descr="abstract colou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pPr rtl="0"/>
              <a:endParaRPr lang="en-GB" noProof="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rtlCol="0"/>
          <a:lstStyle/>
          <a:p>
            <a:pPr rtl="0"/>
            <a:r>
              <a:rPr lang="en-GB" noProof="0"/>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rtlCol="0"/>
          <a:lstStyle/>
          <a:p>
            <a:pPr rtl="0"/>
            <a:r>
              <a:rPr lang="en-GB" noProof="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rtlCol="0"/>
          <a:lstStyle/>
          <a:p>
            <a:pPr rtl="0"/>
            <a:r>
              <a:rPr lang="en-GB" noProof="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rtlCol="0" anchor="b"/>
          <a:lstStyle>
            <a:lvl1pPr>
              <a:defRPr sz="3200"/>
            </a:lvl1pPr>
          </a:lstStyle>
          <a:p>
            <a:pPr rtl="0"/>
            <a:r>
              <a:rPr lang="en-GB" noProof="0"/>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rtlCol="0"/>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en-GB" noProof="0"/>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rtlCol="0"/>
          <a:lstStyle/>
          <a:p>
            <a:pPr rtl="0"/>
            <a:r>
              <a:rPr lang="en-GB" noProof="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rtlCol="0"/>
          <a:lstStyle/>
          <a:p>
            <a:pPr rtl="0"/>
            <a:r>
              <a:rPr lang="en-GB" noProof="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298881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pPr rtl="0"/>
            <a:r>
              <a:rPr lang="en-GB" noProof="0"/>
              <a:t>Click to edit Master title style</a:t>
            </a:r>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pPr rtl="0"/>
            <a:r>
              <a:rPr lang="en-GB" noProof="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pPr rtl="0"/>
            <a:r>
              <a:rPr lang="en-GB" noProof="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pPr rtl="0"/>
            <a:fld id="{B5CEABB6-07DC-46E8-9B57-56EC44A396E5}" type="slidenum">
              <a:rPr lang="en-GB" noProof="0" smtClean="0"/>
              <a:pPr/>
              <a:t>‹#›</a:t>
            </a:fld>
            <a:endParaRPr lang="en-GB" noProof="0"/>
          </a:p>
        </p:txBody>
      </p:sp>
      <p:sp>
        <p:nvSpPr>
          <p:cNvPr id="8" name="TextBox 7">
            <a:extLst>
              <a:ext uri="{FF2B5EF4-FFF2-40B4-BE49-F238E27FC236}">
                <a16:creationId xmlns:a16="http://schemas.microsoft.com/office/drawing/2014/main" id="{E5103BA3-CF79-BA76-087B-95609752DF2C}"/>
              </a:ext>
            </a:extLst>
          </p:cNvPr>
          <p:cNvSpPr txBox="1"/>
          <p:nvPr userDrawn="1">
            <p:extLst>
              <p:ext uri="{1162E1C5-73C7-4A58-AE30-91384D911F3F}">
                <p184:classification xmlns:p184="http://schemas.microsoft.com/office/powerpoint/2018/4/main" val="ftr"/>
              </p:ext>
            </p:extLst>
          </p:nvPr>
        </p:nvSpPr>
        <p:spPr>
          <a:xfrm>
            <a:off x="63500" y="6672580"/>
            <a:ext cx="817563" cy="121920"/>
          </a:xfrm>
          <a:prstGeom prst="rect">
            <a:avLst/>
          </a:prstGeom>
        </p:spPr>
        <p:txBody>
          <a:bodyPr horzOverflow="overflow" lIns="0" tIns="0" rIns="0" bIns="0">
            <a:spAutoFit/>
          </a:bodyPr>
          <a:lstStyle/>
          <a:p>
            <a:pPr algn="l"/>
            <a:r>
              <a:rPr lang="en-GB" sz="800">
                <a:solidFill>
                  <a:srgbClr val="317100">
                    <a:alpha val="50000"/>
                  </a:srgbClr>
                </a:solidFill>
                <a:latin typeface="Calibri" panose="020F0502020204030204" pitchFamily="34" charset="0"/>
                <a:ea typeface="Calibri" panose="020F0502020204030204" pitchFamily="34" charset="0"/>
                <a:cs typeface="Calibri" panose="020F0502020204030204" pitchFamily="34" charset="0"/>
              </a:rPr>
              <a:t>Sensitivity: Internal</a:t>
            </a:r>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hyperlink" Target="https://www.gov.uk/government/statistical-data-sets/uk-house-price-index-data-downloads-july-2025" TargetMode="External"/><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hyperlink" Target="https://www.gov.uk/government/statistical-data-sets/monthly-management-information-ofsteds-school-inspections-outcomes" TargetMode="External"/><Relationship Id="rId2" Type="http://schemas.openxmlformats.org/officeDocument/2006/relationships/notesSlide" Target="../notesSlides/notesSlide11.xml"/><Relationship Id="rId1" Type="http://schemas.openxmlformats.org/officeDocument/2006/relationships/slideLayout" Target="../slideLayouts/slideLayout5.xml"/><Relationship Id="rId5" Type="http://schemas.openxmlformats.org/officeDocument/2006/relationships/hyperlink" Target="https://data.london.gov.uk/dataset/statistical-gis-boundary-files-for-london-20od9/" TargetMode="External"/><Relationship Id="rId4" Type="http://schemas.openxmlformats.org/officeDocument/2006/relationships/hyperlink" Target="https://www.get-information-schools.service.gov.uk/" TargetMode="Externa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6.xml"/></Relationships>
</file>

<file path=ppt/slides/_rels/slide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6.xml"/></Relationships>
</file>

<file path=ppt/slides/_rels/slide2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6110240" y="2174462"/>
            <a:ext cx="5272377" cy="1831842"/>
          </a:xfrm>
        </p:spPr>
        <p:txBody>
          <a:bodyPr rtlCol="0">
            <a:noAutofit/>
          </a:bodyPr>
          <a:lstStyle/>
          <a:p>
            <a:pPr>
              <a:lnSpc>
                <a:spcPct val="120000"/>
              </a:lnSpc>
            </a:pPr>
            <a:r>
              <a:rPr lang="en-GB" sz="4000" dirty="0"/>
              <a:t>The Impact of School Quality on House Prices</a:t>
            </a:r>
            <a:endParaRPr lang="en-IN" sz="4000" dirty="0"/>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7275576" y="4946784"/>
            <a:ext cx="4916424" cy="1831841"/>
          </a:xfrm>
        </p:spPr>
        <p:txBody>
          <a:bodyPr rtlCol="0">
            <a:normAutofit fontScale="92500" lnSpcReduction="10000"/>
          </a:bodyPr>
          <a:lstStyle/>
          <a:p>
            <a:pPr rtl="0"/>
            <a:r>
              <a:rPr lang="en-GB" sz="2400" b="1" dirty="0"/>
              <a:t>Presented by: </a:t>
            </a:r>
            <a:r>
              <a:rPr lang="en-GB" sz="2400" dirty="0"/>
              <a:t>Nidhi Sehrawat</a:t>
            </a:r>
          </a:p>
          <a:p>
            <a:pPr rtl="0"/>
            <a:r>
              <a:rPr lang="en-GB" sz="2400" dirty="0"/>
              <a:t>Imperial College London</a:t>
            </a:r>
          </a:p>
          <a:p>
            <a:pPr rtl="0"/>
            <a:r>
              <a:rPr lang="en-GB" sz="2400" dirty="0"/>
              <a:t>(Professional Certificate, Data Analytics)</a:t>
            </a:r>
          </a:p>
          <a:p>
            <a:pPr rtl="0"/>
            <a:r>
              <a:rPr lang="en-GB" sz="2400" dirty="0"/>
              <a:t>Nov. 6, 2025</a:t>
            </a:r>
          </a:p>
          <a:p>
            <a:pPr rtl="0"/>
            <a:endParaRPr lang="en-GB" sz="2400" dirty="0"/>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824758-F4DA-313A-1D85-006E4938E1AB}"/>
              </a:ext>
            </a:extLst>
          </p:cNvPr>
          <p:cNvSpPr>
            <a:spLocks noGrp="1"/>
          </p:cNvSpPr>
          <p:nvPr>
            <p:ph type="title"/>
          </p:nvPr>
        </p:nvSpPr>
        <p:spPr>
          <a:xfrm>
            <a:off x="6117864" y="389001"/>
            <a:ext cx="5486400" cy="872871"/>
          </a:xfrm>
        </p:spPr>
        <p:txBody>
          <a:bodyPr>
            <a:normAutofit/>
          </a:bodyPr>
          <a:lstStyle/>
          <a:p>
            <a:r>
              <a:rPr lang="en-GB" sz="3600" dirty="0"/>
              <a:t>Table of Contents</a:t>
            </a:r>
          </a:p>
        </p:txBody>
      </p:sp>
      <p:sp>
        <p:nvSpPr>
          <p:cNvPr id="5" name="Slide Number Placeholder 4">
            <a:extLst>
              <a:ext uri="{FF2B5EF4-FFF2-40B4-BE49-F238E27FC236}">
                <a16:creationId xmlns:a16="http://schemas.microsoft.com/office/drawing/2014/main" id="{2654A5AC-5AA7-33F4-9788-4D29F92AE5CC}"/>
              </a:ext>
            </a:extLst>
          </p:cNvPr>
          <p:cNvSpPr>
            <a:spLocks noGrp="1"/>
          </p:cNvSpPr>
          <p:nvPr>
            <p:ph type="sldNum" sz="quarter" idx="12"/>
          </p:nvPr>
        </p:nvSpPr>
        <p:spPr/>
        <p:txBody>
          <a:bodyPr/>
          <a:lstStyle/>
          <a:p>
            <a:pPr rtl="0"/>
            <a:fld id="{B5CEABB6-07DC-46E8-9B57-56EC44A396E5}" type="slidenum">
              <a:rPr lang="en-GB" noProof="0" smtClean="0"/>
              <a:t>2</a:t>
            </a:fld>
            <a:endParaRPr lang="en-GB" noProof="0"/>
          </a:p>
        </p:txBody>
      </p:sp>
      <p:sp>
        <p:nvSpPr>
          <p:cNvPr id="6" name="Text Placeholder 5">
            <a:extLst>
              <a:ext uri="{FF2B5EF4-FFF2-40B4-BE49-F238E27FC236}">
                <a16:creationId xmlns:a16="http://schemas.microsoft.com/office/drawing/2014/main" id="{CFDC9848-7FD3-55A5-3B7B-82DCCA110D41}"/>
              </a:ext>
            </a:extLst>
          </p:cNvPr>
          <p:cNvSpPr>
            <a:spLocks noGrp="1"/>
          </p:cNvSpPr>
          <p:nvPr>
            <p:ph type="body" sz="quarter" idx="13"/>
          </p:nvPr>
        </p:nvSpPr>
        <p:spPr>
          <a:xfrm>
            <a:off x="6231636" y="1587627"/>
            <a:ext cx="4114800" cy="2779776"/>
          </a:xfrm>
        </p:spPr>
        <p:txBody>
          <a:bodyPr>
            <a:normAutofit/>
          </a:bodyPr>
          <a:lstStyle/>
          <a:p>
            <a:pPr marL="285750" indent="-285750">
              <a:buFont typeface="Arial" panose="020B0604020202020204" pitchFamily="34" charset="0"/>
              <a:buChar char="•"/>
            </a:pPr>
            <a:r>
              <a:rPr lang="en-GB" sz="1800" b="1" dirty="0">
                <a:latin typeface="Helvetica" panose="020B0604020202020204" pitchFamily="34" charset="0"/>
                <a:cs typeface="Helvetica" panose="020B0604020202020204" pitchFamily="34" charset="0"/>
              </a:rPr>
              <a:t>Executive summary</a:t>
            </a:r>
          </a:p>
          <a:p>
            <a:pPr marL="285750" indent="-285750">
              <a:buFont typeface="Arial" panose="020B0604020202020204" pitchFamily="34" charset="0"/>
              <a:buChar char="•"/>
            </a:pPr>
            <a:r>
              <a:rPr lang="en-GB" sz="1800" b="1" dirty="0">
                <a:latin typeface="Helvetica" panose="020B0604020202020204" pitchFamily="34" charset="0"/>
                <a:cs typeface="Helvetica" panose="020B0604020202020204" pitchFamily="34" charset="0"/>
              </a:rPr>
              <a:t>Introduction</a:t>
            </a:r>
          </a:p>
          <a:p>
            <a:pPr marL="285750" indent="-285750">
              <a:buFont typeface="Arial" panose="020B0604020202020204" pitchFamily="34" charset="0"/>
              <a:buChar char="•"/>
            </a:pPr>
            <a:r>
              <a:rPr lang="en-GB" sz="1800" b="1" dirty="0">
                <a:latin typeface="Helvetica" panose="020B0604020202020204" pitchFamily="34" charset="0"/>
                <a:cs typeface="Helvetica" panose="020B0604020202020204" pitchFamily="34" charset="0"/>
              </a:rPr>
              <a:t>Scope &amp; Focus of Study</a:t>
            </a:r>
          </a:p>
          <a:p>
            <a:pPr marL="285750" indent="-285750">
              <a:buFont typeface="Arial" panose="020B0604020202020204" pitchFamily="34" charset="0"/>
              <a:buChar char="•"/>
            </a:pPr>
            <a:r>
              <a:rPr lang="en-GB" sz="1800" b="1" dirty="0">
                <a:latin typeface="Helvetica" panose="020B0604020202020204" pitchFamily="34" charset="0"/>
                <a:cs typeface="Helvetica" panose="020B0604020202020204" pitchFamily="34" charset="0"/>
              </a:rPr>
              <a:t>Methodology</a:t>
            </a:r>
          </a:p>
          <a:p>
            <a:pPr marL="285750" indent="-285750">
              <a:buFont typeface="Arial" panose="020B0604020202020204" pitchFamily="34" charset="0"/>
              <a:buChar char="•"/>
            </a:pPr>
            <a:r>
              <a:rPr lang="en-GB" sz="1800" b="1" dirty="0">
                <a:latin typeface="Helvetica" panose="020B0604020202020204" pitchFamily="34" charset="0"/>
                <a:cs typeface="Helvetica" panose="020B0604020202020204" pitchFamily="34" charset="0"/>
              </a:rPr>
              <a:t>Results</a:t>
            </a:r>
          </a:p>
          <a:p>
            <a:pPr marL="285750" indent="-285750">
              <a:buFont typeface="Arial" panose="020B0604020202020204" pitchFamily="34" charset="0"/>
              <a:buChar char="•"/>
            </a:pPr>
            <a:r>
              <a:rPr lang="en-GB" sz="1800" b="1" dirty="0">
                <a:latin typeface="Helvetica" panose="020B0604020202020204" pitchFamily="34" charset="0"/>
                <a:cs typeface="Helvetica" panose="020B0604020202020204" pitchFamily="34" charset="0"/>
              </a:rPr>
              <a:t>Conclusion</a:t>
            </a:r>
          </a:p>
        </p:txBody>
      </p:sp>
    </p:spTree>
    <p:extLst>
      <p:ext uri="{BB962C8B-B14F-4D97-AF65-F5344CB8AC3E}">
        <p14:creationId xmlns:p14="http://schemas.microsoft.com/office/powerpoint/2010/main" val="182097671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9B9214-ACCE-8A0B-FD0D-FE545BB18837}"/>
              </a:ext>
            </a:extLst>
          </p:cNvPr>
          <p:cNvSpPr>
            <a:spLocks noGrp="1"/>
          </p:cNvSpPr>
          <p:nvPr>
            <p:ph type="title"/>
          </p:nvPr>
        </p:nvSpPr>
        <p:spPr/>
        <p:txBody>
          <a:bodyPr/>
          <a:lstStyle/>
          <a:p>
            <a:r>
              <a:rPr lang="en-US" dirty="0"/>
              <a:t>Executive Summary</a:t>
            </a:r>
            <a:endParaRPr lang="en-IN" dirty="0"/>
          </a:p>
        </p:txBody>
      </p:sp>
    </p:spTree>
    <p:extLst>
      <p:ext uri="{BB962C8B-B14F-4D97-AF65-F5344CB8AC3E}">
        <p14:creationId xmlns:p14="http://schemas.microsoft.com/office/powerpoint/2010/main" val="156272498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D53E62-C6A1-2965-8891-E121BA5AF56D}"/>
            </a:ext>
          </a:extLst>
        </p:cNvPr>
        <p:cNvGrpSpPr/>
        <p:nvPr/>
      </p:nvGrpSpPr>
      <p:grpSpPr>
        <a:xfrm>
          <a:off x="0" y="0"/>
          <a:ext cx="0" cy="0"/>
          <a:chOff x="0" y="0"/>
          <a:chExt cx="0" cy="0"/>
        </a:xfrm>
      </p:grpSpPr>
      <p:sp>
        <p:nvSpPr>
          <p:cNvPr id="148" name="Slide Number Placeholder 147">
            <a:extLst>
              <a:ext uri="{FF2B5EF4-FFF2-40B4-BE49-F238E27FC236}">
                <a16:creationId xmlns:a16="http://schemas.microsoft.com/office/drawing/2014/main" id="{49D7060A-243F-B048-53D6-0F7C5EE0EC7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4</a:t>
            </a:fld>
            <a:endParaRPr lang="en-GB"/>
          </a:p>
        </p:txBody>
      </p:sp>
      <p:sp>
        <p:nvSpPr>
          <p:cNvPr id="30" name="Subtitle 2">
            <a:extLst>
              <a:ext uri="{FF2B5EF4-FFF2-40B4-BE49-F238E27FC236}">
                <a16:creationId xmlns:a16="http://schemas.microsoft.com/office/drawing/2014/main" id="{B3EF818A-6539-C425-ECA0-4EE598C5CA74}"/>
              </a:ext>
            </a:extLst>
          </p:cNvPr>
          <p:cNvSpPr>
            <a:spLocks noGrp="1"/>
          </p:cNvSpPr>
          <p:nvPr>
            <p:ph type="body" sz="quarter" idx="13"/>
          </p:nvPr>
        </p:nvSpPr>
        <p:spPr>
          <a:xfrm>
            <a:off x="590550" y="711200"/>
            <a:ext cx="8439150" cy="5387848"/>
          </a:xfrm>
        </p:spPr>
        <p:txBody>
          <a:bodyPr vert="horz" lIns="91440" tIns="45720" rIns="91440" bIns="45720" rtlCol="0" anchor="t">
            <a:noAutofit/>
          </a:bodyPr>
          <a:lstStyle/>
          <a:p>
            <a:pPr>
              <a:lnSpc>
                <a:spcPct val="120000"/>
              </a:lnSpc>
            </a:pPr>
            <a:r>
              <a:rPr lang="en-US" sz="2000" b="1" dirty="0">
                <a:latin typeface="Segoe UI" panose="020B0502040204020203" pitchFamily="34" charset="0"/>
                <a:cs typeface="Segoe UI" panose="020B0502040204020203" pitchFamily="34" charset="0"/>
              </a:rPr>
              <a:t>Objective:</a:t>
            </a:r>
          </a:p>
          <a:p>
            <a:pPr>
              <a:lnSpc>
                <a:spcPct val="120000"/>
              </a:lnSpc>
            </a:pPr>
            <a:endParaRPr lang="en-US" sz="2000" b="1" dirty="0">
              <a:latin typeface="Segoe UI" panose="020B0502040204020203" pitchFamily="34" charset="0"/>
              <a:cs typeface="Segoe UI" panose="020B0502040204020203" pitchFamily="34" charset="0"/>
            </a:endParaRPr>
          </a:p>
          <a:p>
            <a:r>
              <a:rPr lang="en-US" sz="1800" dirty="0">
                <a:latin typeface="Segoe UI" panose="020B0502040204020203" pitchFamily="34" charset="0"/>
                <a:cs typeface="Segoe UI" panose="020B0502040204020203" pitchFamily="34" charset="0"/>
              </a:rPr>
              <a:t>This study explores the relationship between school quality and house prices across London boroughs, with a focus on state primary and secondary schools. Using both qualitative and quantitative data, the analysis investigates how educational standards may influence local housing markets and the implications for families, investors and policymakers.</a:t>
            </a:r>
          </a:p>
          <a:p>
            <a:pPr>
              <a:lnSpc>
                <a:spcPct val="120000"/>
              </a:lnSpc>
              <a:spcBef>
                <a:spcPts val="0"/>
              </a:spcBef>
            </a:pPr>
            <a:endParaRPr lang="en-GB" sz="1100" b="1" dirty="0">
              <a:latin typeface="Segoe UI" panose="020B0502040204020203" pitchFamily="34" charset="0"/>
              <a:cs typeface="Segoe UI" panose="020B0502040204020203" pitchFamily="34" charset="0"/>
            </a:endParaRPr>
          </a:p>
          <a:p>
            <a:pPr>
              <a:lnSpc>
                <a:spcPct val="120000"/>
              </a:lnSpc>
              <a:spcBef>
                <a:spcPts val="0"/>
              </a:spcBef>
            </a:pPr>
            <a:r>
              <a:rPr lang="en-GB" sz="2000" b="1" dirty="0">
                <a:latin typeface="Segoe UI" panose="020B0502040204020203" pitchFamily="34" charset="0"/>
                <a:cs typeface="Segoe UI" panose="020B0502040204020203" pitchFamily="34" charset="0"/>
              </a:rPr>
              <a:t>Key Findings:</a:t>
            </a:r>
            <a:endParaRPr lang="en-GB" sz="2000" dirty="0">
              <a:latin typeface="Segoe UI" panose="020B0502040204020203" pitchFamily="34" charset="0"/>
              <a:cs typeface="Segoe UI" panose="020B0502040204020203" pitchFamily="34" charset="0"/>
            </a:endParaRPr>
          </a:p>
          <a:p>
            <a:endParaRPr lang="en-GB" sz="1100" b="1" dirty="0"/>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Positive Correlation Between School Quality and House Prices:</a:t>
            </a: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There appears to be a positive relationship between the proportion of Outstanding schools and average house prices.</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Camden: </a:t>
            </a:r>
            <a:r>
              <a:rPr lang="en-US" sz="2000" dirty="0">
                <a:latin typeface="Segoe UI" panose="020B0502040204020203" pitchFamily="34" charset="0"/>
                <a:cs typeface="Segoe UI" panose="020B0502040204020203" pitchFamily="34" charset="0"/>
              </a:rPr>
              <a:t>Over 55% of state primary schools are Outstanding; house prices are among the highest in London.</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Richmond upon Thames: </a:t>
            </a:r>
            <a:r>
              <a:rPr lang="en-US" sz="2000" dirty="0">
                <a:latin typeface="Segoe UI" panose="020B0502040204020203" pitchFamily="34" charset="0"/>
                <a:cs typeface="Segoe UI" panose="020B0502040204020203" pitchFamily="34" charset="0"/>
              </a:rPr>
              <a:t>Around 45% Outstanding schools with similarly high property values.</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Newham: </a:t>
            </a:r>
            <a:r>
              <a:rPr lang="en-US" sz="2000" dirty="0">
                <a:latin typeface="Segoe UI" panose="020B0502040204020203" pitchFamily="34" charset="0"/>
                <a:cs typeface="Segoe UI" panose="020B0502040204020203" pitchFamily="34" charset="0"/>
              </a:rPr>
              <a:t>About 50% Outstanding primary schools but relatively lower house prices, indicating other influencing factors.</a:t>
            </a:r>
          </a:p>
          <a:p>
            <a:pPr marL="171450" indent="-171450">
              <a:buFont typeface="Arial" panose="020B0604020202020204" pitchFamily="34" charset="0"/>
              <a:buChar char="•"/>
            </a:pPr>
            <a:endParaRPr lang="en-GB" sz="1100" dirty="0">
              <a:latin typeface="Segoe UI" panose="020B0502040204020203" pitchFamily="34" charset="0"/>
              <a:cs typeface="Segoe UI" panose="020B0502040204020203" pitchFamily="34" charset="0"/>
            </a:endParaRPr>
          </a:p>
        </p:txBody>
      </p:sp>
      <p:sp>
        <p:nvSpPr>
          <p:cNvPr id="33" name="Title 1">
            <a:extLst>
              <a:ext uri="{FF2B5EF4-FFF2-40B4-BE49-F238E27FC236}">
                <a16:creationId xmlns:a16="http://schemas.microsoft.com/office/drawing/2014/main" id="{E31DA6DB-EECA-7C57-6E9F-51FF0BFFE7C3}"/>
              </a:ext>
            </a:extLst>
          </p:cNvPr>
          <p:cNvSpPr>
            <a:spLocks noGrp="1"/>
          </p:cNvSpPr>
          <p:nvPr>
            <p:ph type="title"/>
          </p:nvPr>
        </p:nvSpPr>
        <p:spPr>
          <a:xfrm>
            <a:off x="590550" y="136525"/>
            <a:ext cx="8020050" cy="587375"/>
          </a:xfrm>
        </p:spPr>
        <p:txBody>
          <a:bodyPr rtlCol="0">
            <a:normAutofit/>
          </a:bodyPr>
          <a:lstStyle/>
          <a:p>
            <a:pPr algn="ctr" rtl="0"/>
            <a:r>
              <a:rPr lang="en-GB" sz="2400" dirty="0"/>
              <a:t>Executive Summary</a:t>
            </a:r>
          </a:p>
        </p:txBody>
      </p:sp>
    </p:spTree>
    <p:extLst>
      <p:ext uri="{BB962C8B-B14F-4D97-AF65-F5344CB8AC3E}">
        <p14:creationId xmlns:p14="http://schemas.microsoft.com/office/powerpoint/2010/main" val="184948112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E4BC07-E6FE-D9D0-5079-7F796C562E40}"/>
            </a:ext>
          </a:extLst>
        </p:cNvPr>
        <p:cNvGrpSpPr/>
        <p:nvPr/>
      </p:nvGrpSpPr>
      <p:grpSpPr>
        <a:xfrm>
          <a:off x="0" y="0"/>
          <a:ext cx="0" cy="0"/>
          <a:chOff x="0" y="0"/>
          <a:chExt cx="0" cy="0"/>
        </a:xfrm>
      </p:grpSpPr>
      <p:sp>
        <p:nvSpPr>
          <p:cNvPr id="148" name="Slide Number Placeholder 147">
            <a:extLst>
              <a:ext uri="{FF2B5EF4-FFF2-40B4-BE49-F238E27FC236}">
                <a16:creationId xmlns:a16="http://schemas.microsoft.com/office/drawing/2014/main" id="{4532E332-8AE6-3B07-5AFD-EBF0F61CB840}"/>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5</a:t>
            </a:fld>
            <a:endParaRPr lang="en-GB"/>
          </a:p>
        </p:txBody>
      </p:sp>
      <p:sp>
        <p:nvSpPr>
          <p:cNvPr id="30" name="Subtitle 2">
            <a:extLst>
              <a:ext uri="{FF2B5EF4-FFF2-40B4-BE49-F238E27FC236}">
                <a16:creationId xmlns:a16="http://schemas.microsoft.com/office/drawing/2014/main" id="{92A7F111-7495-390B-9A9D-4CC4C4AA9FAB}"/>
              </a:ext>
            </a:extLst>
          </p:cNvPr>
          <p:cNvSpPr>
            <a:spLocks noGrp="1"/>
          </p:cNvSpPr>
          <p:nvPr>
            <p:ph type="body" sz="quarter" idx="13"/>
          </p:nvPr>
        </p:nvSpPr>
        <p:spPr>
          <a:xfrm>
            <a:off x="590550" y="1333500"/>
            <a:ext cx="8439150" cy="5387848"/>
          </a:xfrm>
        </p:spPr>
        <p:txBody>
          <a:bodyPr vert="horz" lIns="91440" tIns="45720" rIns="91440" bIns="45720" rtlCol="0" anchor="t">
            <a:noAutofit/>
          </a:bodyPr>
          <a:lstStyle/>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Kensington &amp; Chelsea: </a:t>
            </a:r>
            <a:r>
              <a:rPr lang="en-US" sz="2000" dirty="0">
                <a:latin typeface="Segoe UI" panose="020B0502040204020203" pitchFamily="34" charset="0"/>
                <a:cs typeface="Segoe UI" panose="020B0502040204020203" pitchFamily="34" charset="0"/>
              </a:rPr>
              <a:t>Extremely high house prices and ~50% Outstanding schools — confirming that school quality is one of several contributing drivers.</a:t>
            </a:r>
          </a:p>
          <a:p>
            <a:endParaRPr lang="en-US" sz="1800" b="1" dirty="0">
              <a:latin typeface="Segoe UI" panose="020B0502040204020203" pitchFamily="34" charset="0"/>
              <a:cs typeface="Segoe UI" panose="020B0502040204020203" pitchFamily="34" charset="0"/>
            </a:endParaRPr>
          </a:p>
          <a:p>
            <a:r>
              <a:rPr lang="en-US" sz="2000" b="1" dirty="0">
                <a:latin typeface="Segoe UI" panose="020B0502040204020203" pitchFamily="34" charset="0"/>
                <a:cs typeface="Segoe UI" panose="020B0502040204020203" pitchFamily="34" charset="0"/>
              </a:rPr>
              <a:t>Conclusion</a:t>
            </a:r>
            <a:br>
              <a:rPr lang="en-US" sz="1800" dirty="0"/>
            </a:br>
            <a:br>
              <a:rPr lang="en-US" sz="1800" dirty="0"/>
            </a:br>
            <a:r>
              <a:rPr lang="en-US" sz="1800" dirty="0">
                <a:latin typeface="Segoe UI" panose="020B0502040204020203" pitchFamily="34" charset="0"/>
                <a:cs typeface="Segoe UI" panose="020B0502040204020203" pitchFamily="34" charset="0"/>
              </a:rPr>
              <a:t>School quality shows a positive correlation with property values, though the relationship is complex and influenced by multiple socioeconomic factors. Families weigh both education quality and affordability when choosing where to live, highlighting the intertwined nature of education and housing markets in London.</a:t>
            </a:r>
          </a:p>
          <a:p>
            <a:pPr marL="171450" indent="-171450">
              <a:buFont typeface="Arial" panose="020B0604020202020204" pitchFamily="34" charset="0"/>
              <a:buChar char="•"/>
            </a:pPr>
            <a:endParaRPr lang="en-GB" sz="1100" dirty="0">
              <a:latin typeface="Segoe UI Light" panose="020B0502040204020203" pitchFamily="34" charset="0"/>
              <a:cs typeface="Segoe UI Light" panose="020B0502040204020203" pitchFamily="34" charset="0"/>
            </a:endParaRPr>
          </a:p>
          <a:p>
            <a:pPr marL="171450" indent="-171450">
              <a:buFont typeface="Arial" panose="020B0604020202020204" pitchFamily="34" charset="0"/>
              <a:buChar char="•"/>
            </a:pPr>
            <a:endParaRPr lang="en-GB" sz="1100" dirty="0">
              <a:latin typeface="Segoe UI" panose="020B0502040204020203" pitchFamily="34" charset="0"/>
              <a:cs typeface="Segoe UI" panose="020B0502040204020203" pitchFamily="34" charset="0"/>
            </a:endParaRPr>
          </a:p>
        </p:txBody>
      </p:sp>
      <p:sp>
        <p:nvSpPr>
          <p:cNvPr id="33" name="Title 1">
            <a:extLst>
              <a:ext uri="{FF2B5EF4-FFF2-40B4-BE49-F238E27FC236}">
                <a16:creationId xmlns:a16="http://schemas.microsoft.com/office/drawing/2014/main" id="{17A8DE23-5882-C74D-3A37-69D63CF1D383}"/>
              </a:ext>
            </a:extLst>
          </p:cNvPr>
          <p:cNvSpPr>
            <a:spLocks noGrp="1"/>
          </p:cNvSpPr>
          <p:nvPr>
            <p:ph type="title"/>
          </p:nvPr>
        </p:nvSpPr>
        <p:spPr>
          <a:xfrm>
            <a:off x="590550" y="136525"/>
            <a:ext cx="8020050" cy="587375"/>
          </a:xfrm>
        </p:spPr>
        <p:txBody>
          <a:bodyPr rtlCol="0">
            <a:normAutofit/>
          </a:bodyPr>
          <a:lstStyle/>
          <a:p>
            <a:pPr algn="ctr" rtl="0"/>
            <a:r>
              <a:rPr lang="en-GB" sz="2400" dirty="0"/>
              <a:t>Executive Summary</a:t>
            </a:r>
          </a:p>
        </p:txBody>
      </p:sp>
    </p:spTree>
    <p:extLst>
      <p:ext uri="{BB962C8B-B14F-4D97-AF65-F5344CB8AC3E}">
        <p14:creationId xmlns:p14="http://schemas.microsoft.com/office/powerpoint/2010/main" val="7110000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831850" y="4672584"/>
            <a:ext cx="10515600" cy="1299411"/>
          </a:xfrm>
        </p:spPr>
        <p:txBody>
          <a:bodyPr rtlCol="0"/>
          <a:lstStyle/>
          <a:p>
            <a:pPr rtl="0"/>
            <a:r>
              <a:rPr lang="en-GB" dirty="0"/>
              <a:t>Introduction</a:t>
            </a:r>
          </a:p>
        </p:txBody>
      </p:sp>
    </p:spTree>
    <p:extLst>
      <p:ext uri="{BB962C8B-B14F-4D97-AF65-F5344CB8AC3E}">
        <p14:creationId xmlns:p14="http://schemas.microsoft.com/office/powerpoint/2010/main" val="70778917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Date Placeholder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rtlCol="0"/>
          <a:lstStyle/>
          <a:p>
            <a:pPr rtl="0"/>
            <a:r>
              <a:rPr lang="en-GB"/>
              <a:t>7/1/20XX</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n-GB" smtClean="0"/>
              <a:pPr rtl="0"/>
              <a:t>7</a:t>
            </a:fld>
            <a:endParaRPr lang="en-GB"/>
          </a:p>
        </p:txBody>
      </p:sp>
      <p:sp>
        <p:nvSpPr>
          <p:cNvPr id="14" name="Title 1">
            <a:extLst>
              <a:ext uri="{FF2B5EF4-FFF2-40B4-BE49-F238E27FC236}">
                <a16:creationId xmlns:a16="http://schemas.microsoft.com/office/drawing/2014/main" id="{DE89050A-0571-5C3A-941A-410B93C40BA8}"/>
              </a:ext>
            </a:extLst>
          </p:cNvPr>
          <p:cNvSpPr>
            <a:spLocks noGrp="1"/>
          </p:cNvSpPr>
          <p:nvPr>
            <p:ph type="title"/>
          </p:nvPr>
        </p:nvSpPr>
        <p:spPr>
          <a:xfrm>
            <a:off x="4905374" y="180086"/>
            <a:ext cx="7286626" cy="587375"/>
          </a:xfrm>
        </p:spPr>
        <p:txBody>
          <a:bodyPr rtlCol="0">
            <a:normAutofit/>
          </a:bodyPr>
          <a:lstStyle/>
          <a:p>
            <a:pPr rtl="0"/>
            <a:r>
              <a:rPr lang="en-GB" sz="3600" dirty="0"/>
              <a:t>Introduction</a:t>
            </a:r>
          </a:p>
        </p:txBody>
      </p:sp>
      <p:sp>
        <p:nvSpPr>
          <p:cNvPr id="31" name="Subtitle 2">
            <a:extLst>
              <a:ext uri="{FF2B5EF4-FFF2-40B4-BE49-F238E27FC236}">
                <a16:creationId xmlns:a16="http://schemas.microsoft.com/office/drawing/2014/main" id="{E5697627-9D99-2840-6E19-B7582BDF43D7}"/>
              </a:ext>
            </a:extLst>
          </p:cNvPr>
          <p:cNvSpPr>
            <a:spLocks noGrp="1"/>
          </p:cNvSpPr>
          <p:nvPr>
            <p:ph type="body" sz="quarter" idx="13"/>
          </p:nvPr>
        </p:nvSpPr>
        <p:spPr>
          <a:xfrm>
            <a:off x="5010151" y="947801"/>
            <a:ext cx="7162800" cy="5732400"/>
          </a:xfrm>
        </p:spPr>
        <p:txBody>
          <a:bodyPr vert="horz" lIns="91440" tIns="45720" rIns="91440" bIns="45720" rtlCol="0" anchor="t">
            <a:noAutofit/>
          </a:bodyPr>
          <a:lstStyle/>
          <a:p>
            <a:r>
              <a:rPr lang="en-US" sz="1800" b="1" dirty="0">
                <a:latin typeface="Segoe UI" panose="020B0502040204020203" pitchFamily="34" charset="0"/>
                <a:cs typeface="Segoe UI" panose="020B0502040204020203" pitchFamily="34" charset="0"/>
              </a:rPr>
              <a:t>Background &amp; Context</a:t>
            </a:r>
          </a:p>
          <a:p>
            <a:endParaRPr lang="en-US" sz="1800" b="1" dirty="0">
              <a:latin typeface="Segoe UI" panose="020B0502040204020203" pitchFamily="34" charset="0"/>
              <a:cs typeface="Segoe UI" panose="020B0502040204020203" pitchFamily="34" charset="0"/>
            </a:endParaRPr>
          </a:p>
          <a:p>
            <a:r>
              <a:rPr lang="en-US" sz="1800" dirty="0">
                <a:latin typeface="Segoe UI" panose="020B0502040204020203" pitchFamily="34" charset="0"/>
                <a:cs typeface="Segoe UI" panose="020B0502040204020203" pitchFamily="34" charset="0"/>
              </a:rPr>
              <a:t>School quality is widely recognized as a key determinant of residential demand in the UK. Families often prioritize access to high-performing schools, creating price premiums within competitive catchment areas.</a:t>
            </a:r>
          </a:p>
          <a:p>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This effect is particularly evident in London, where selective schooling options, strong Ofsted oversight, and limited school capacity intensify competition for nearby housing.</a:t>
            </a:r>
          </a:p>
          <a:p>
            <a:endParaRPr lang="en-US" sz="1800" dirty="0">
              <a:latin typeface="Segoe UI" panose="020B0502040204020203" pitchFamily="34" charset="0"/>
              <a:cs typeface="Segoe UI" panose="020B0502040204020203" pitchFamily="34" charset="0"/>
            </a:endParaRPr>
          </a:p>
          <a:p>
            <a:r>
              <a:rPr lang="en-US" sz="1800" b="1" dirty="0">
                <a:latin typeface="Segoe UI" panose="020B0502040204020203" pitchFamily="34" charset="0"/>
                <a:cs typeface="Segoe UI" panose="020B0502040204020203" pitchFamily="34" charset="0"/>
              </a:rPr>
              <a:t>Research Questions</a:t>
            </a:r>
          </a:p>
          <a:p>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This study investigates:</a:t>
            </a: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How does school quality influence house prices?</a:t>
            </a: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Where is the impact strongest across London boroughs?</a:t>
            </a: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What role do state schools play in driving price uplifts?</a:t>
            </a:r>
          </a:p>
          <a:p>
            <a:endParaRPr lang="en-US" sz="1800" dirty="0">
              <a:latin typeface="Segoe UI" panose="020B0502040204020203" pitchFamily="34" charset="0"/>
              <a:cs typeface="Segoe UI" panose="020B0502040204020203" pitchFamily="34" charset="0"/>
            </a:endParaRPr>
          </a:p>
          <a:p>
            <a:r>
              <a:rPr lang="en-US" sz="1800" dirty="0">
                <a:latin typeface="Segoe UI" panose="020B0502040204020203" pitchFamily="34" charset="0"/>
                <a:cs typeface="Segoe UI" panose="020B0502040204020203" pitchFamily="34" charset="0"/>
              </a:rPr>
              <a:t>The aim is to deliver quantified insight into a widely recognized but unevenly measured market relationship between education quality and housing value.</a:t>
            </a:r>
          </a:p>
          <a:p>
            <a:endParaRPr lang="en-US" sz="1100" dirty="0"/>
          </a:p>
        </p:txBody>
      </p:sp>
    </p:spTree>
    <p:extLst>
      <p:ext uri="{BB962C8B-B14F-4D97-AF65-F5344CB8AC3E}">
        <p14:creationId xmlns:p14="http://schemas.microsoft.com/office/powerpoint/2010/main" val="17751249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5354C4-CAC8-CB3B-15E6-7DBE3202C727}"/>
            </a:ext>
          </a:extLst>
        </p:cNvPr>
        <p:cNvGrpSpPr/>
        <p:nvPr/>
      </p:nvGrpSpPr>
      <p:grpSpPr>
        <a:xfrm>
          <a:off x="0" y="0"/>
          <a:ext cx="0" cy="0"/>
          <a:chOff x="0" y="0"/>
          <a:chExt cx="0" cy="0"/>
        </a:xfrm>
      </p:grpSpPr>
      <p:sp>
        <p:nvSpPr>
          <p:cNvPr id="71" name="Date Placeholder 70">
            <a:extLst>
              <a:ext uri="{FF2B5EF4-FFF2-40B4-BE49-F238E27FC236}">
                <a16:creationId xmlns:a16="http://schemas.microsoft.com/office/drawing/2014/main" id="{C619A5D8-4296-0EC5-4419-AD643DC90C2D}"/>
              </a:ext>
            </a:extLst>
          </p:cNvPr>
          <p:cNvSpPr>
            <a:spLocks noGrp="1"/>
          </p:cNvSpPr>
          <p:nvPr>
            <p:ph type="dt" sz="half" idx="10"/>
          </p:nvPr>
        </p:nvSpPr>
        <p:spPr>
          <a:xfrm>
            <a:off x="838200" y="6356350"/>
            <a:ext cx="2743200" cy="365125"/>
          </a:xfrm>
        </p:spPr>
        <p:txBody>
          <a:bodyPr rtlCol="0"/>
          <a:lstStyle/>
          <a:p>
            <a:pPr rtl="0"/>
            <a:r>
              <a:rPr lang="en-GB"/>
              <a:t>7/1/20XX</a:t>
            </a:r>
          </a:p>
        </p:txBody>
      </p:sp>
      <p:sp>
        <p:nvSpPr>
          <p:cNvPr id="46" name="Slide Number Placeholder 45">
            <a:extLst>
              <a:ext uri="{FF2B5EF4-FFF2-40B4-BE49-F238E27FC236}">
                <a16:creationId xmlns:a16="http://schemas.microsoft.com/office/drawing/2014/main" id="{57F2718C-3F92-8347-9E16-9EAD5E4A9A61}"/>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n-GB" smtClean="0"/>
              <a:pPr rtl="0"/>
              <a:t>8</a:t>
            </a:fld>
            <a:endParaRPr lang="en-GB"/>
          </a:p>
        </p:txBody>
      </p:sp>
      <p:sp>
        <p:nvSpPr>
          <p:cNvPr id="14" name="Title 1">
            <a:extLst>
              <a:ext uri="{FF2B5EF4-FFF2-40B4-BE49-F238E27FC236}">
                <a16:creationId xmlns:a16="http://schemas.microsoft.com/office/drawing/2014/main" id="{7DBB4888-03E1-FC0E-4857-D9524AF3576F}"/>
              </a:ext>
            </a:extLst>
          </p:cNvPr>
          <p:cNvSpPr>
            <a:spLocks noGrp="1"/>
          </p:cNvSpPr>
          <p:nvPr>
            <p:ph type="title"/>
          </p:nvPr>
        </p:nvSpPr>
        <p:spPr>
          <a:xfrm>
            <a:off x="4905374" y="180086"/>
            <a:ext cx="7286626" cy="587375"/>
          </a:xfrm>
        </p:spPr>
        <p:txBody>
          <a:bodyPr rtlCol="0">
            <a:normAutofit/>
          </a:bodyPr>
          <a:lstStyle/>
          <a:p>
            <a:pPr rtl="0"/>
            <a:r>
              <a:rPr lang="en-GB" sz="3600" dirty="0"/>
              <a:t>Introduction</a:t>
            </a:r>
          </a:p>
        </p:txBody>
      </p:sp>
      <p:sp>
        <p:nvSpPr>
          <p:cNvPr id="31" name="Subtitle 2">
            <a:extLst>
              <a:ext uri="{FF2B5EF4-FFF2-40B4-BE49-F238E27FC236}">
                <a16:creationId xmlns:a16="http://schemas.microsoft.com/office/drawing/2014/main" id="{FB791E4C-D2EA-986D-9AD7-A8F8E2BD257C}"/>
              </a:ext>
            </a:extLst>
          </p:cNvPr>
          <p:cNvSpPr>
            <a:spLocks noGrp="1"/>
          </p:cNvSpPr>
          <p:nvPr>
            <p:ph type="body" sz="quarter" idx="13"/>
          </p:nvPr>
        </p:nvSpPr>
        <p:spPr>
          <a:xfrm>
            <a:off x="5010151" y="922401"/>
            <a:ext cx="7162800" cy="5732400"/>
          </a:xfrm>
        </p:spPr>
        <p:txBody>
          <a:bodyPr vert="horz" lIns="91440" tIns="45720" rIns="91440" bIns="45720" rtlCol="0" anchor="t">
            <a:noAutofit/>
          </a:bodyPr>
          <a:lstStyle/>
          <a:p>
            <a:r>
              <a:rPr lang="en-US" sz="1800" b="1" dirty="0">
                <a:latin typeface="Segoe UI" panose="020B0502040204020203" pitchFamily="34" charset="0"/>
                <a:cs typeface="Segoe UI" panose="020B0502040204020203" pitchFamily="34" charset="0"/>
              </a:rPr>
              <a:t>Why a Data-Driven Approach</a:t>
            </a:r>
          </a:p>
          <a:p>
            <a:br>
              <a:rPr lang="en-US" sz="1100" dirty="0"/>
            </a:br>
            <a:r>
              <a:rPr lang="en-US" sz="1800" dirty="0">
                <a:latin typeface="Segoe UI" panose="020B0502040204020203" pitchFamily="34" charset="0"/>
                <a:cs typeface="Segoe UI" panose="020B0502040204020203" pitchFamily="34" charset="0"/>
              </a:rPr>
              <a:t>A data-driven methodology provides:</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Objective measurement of the “school premium” effect</a:t>
            </a: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Insights derived from property transactions, Ofsted ratings, school type, and geography</a:t>
            </a: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A predictive foundation for understanding future market </a:t>
            </a:r>
            <a:r>
              <a:rPr lang="en-US" sz="1800" dirty="0" err="1">
                <a:latin typeface="Segoe UI" panose="020B0502040204020203" pitchFamily="34" charset="0"/>
                <a:cs typeface="Segoe UI" panose="020B0502040204020203" pitchFamily="34" charset="0"/>
              </a:rPr>
              <a:t>behaviour</a:t>
            </a: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This approach ensures that findings support evidence-based decision-making for families, investors and policymakers navigating London’s housing market.</a:t>
            </a:r>
          </a:p>
          <a:p>
            <a:endParaRPr lang="en-US" sz="1100" dirty="0"/>
          </a:p>
        </p:txBody>
      </p:sp>
    </p:spTree>
    <p:extLst>
      <p:ext uri="{BB962C8B-B14F-4D97-AF65-F5344CB8AC3E}">
        <p14:creationId xmlns:p14="http://schemas.microsoft.com/office/powerpoint/2010/main" val="395939751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DDF2AB-58AF-996D-F685-6FFEEDB4811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3BDD1F7-3461-75F8-25D3-688F7EAD9897}"/>
              </a:ext>
            </a:extLst>
          </p:cNvPr>
          <p:cNvSpPr>
            <a:spLocks noGrp="1"/>
          </p:cNvSpPr>
          <p:nvPr>
            <p:ph type="title"/>
          </p:nvPr>
        </p:nvSpPr>
        <p:spPr>
          <a:xfrm>
            <a:off x="831850" y="4672584"/>
            <a:ext cx="10515600" cy="1299411"/>
          </a:xfrm>
        </p:spPr>
        <p:txBody>
          <a:bodyPr rtlCol="0"/>
          <a:lstStyle/>
          <a:p>
            <a:pPr rtl="0"/>
            <a:r>
              <a:rPr lang="en-GB" dirty="0"/>
              <a:t>SCOPE &amp; Focus of study</a:t>
            </a:r>
          </a:p>
        </p:txBody>
      </p:sp>
    </p:spTree>
    <p:extLst>
      <p:ext uri="{BB962C8B-B14F-4D97-AF65-F5344CB8AC3E}">
        <p14:creationId xmlns:p14="http://schemas.microsoft.com/office/powerpoint/2010/main" val="418813932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D1F928-920A-1F17-434E-AEAC12379D08}"/>
            </a:ext>
          </a:extLst>
        </p:cNvPr>
        <p:cNvGrpSpPr/>
        <p:nvPr/>
      </p:nvGrpSpPr>
      <p:grpSpPr>
        <a:xfrm>
          <a:off x="0" y="0"/>
          <a:ext cx="0" cy="0"/>
          <a:chOff x="0" y="0"/>
          <a:chExt cx="0" cy="0"/>
        </a:xfrm>
      </p:grpSpPr>
      <p:sp>
        <p:nvSpPr>
          <p:cNvPr id="148" name="Slide Number Placeholder 147">
            <a:extLst>
              <a:ext uri="{FF2B5EF4-FFF2-40B4-BE49-F238E27FC236}">
                <a16:creationId xmlns:a16="http://schemas.microsoft.com/office/drawing/2014/main" id="{5FFB6385-4750-8F64-FD4B-54F41480CF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10</a:t>
            </a:fld>
            <a:endParaRPr lang="en-GB"/>
          </a:p>
        </p:txBody>
      </p:sp>
      <p:sp>
        <p:nvSpPr>
          <p:cNvPr id="30" name="Subtitle 2">
            <a:extLst>
              <a:ext uri="{FF2B5EF4-FFF2-40B4-BE49-F238E27FC236}">
                <a16:creationId xmlns:a16="http://schemas.microsoft.com/office/drawing/2014/main" id="{2BF76433-5EF8-0B13-A1DF-6D116858326A}"/>
              </a:ext>
            </a:extLst>
          </p:cNvPr>
          <p:cNvSpPr>
            <a:spLocks noGrp="1"/>
          </p:cNvSpPr>
          <p:nvPr>
            <p:ph type="body" sz="quarter" idx="13"/>
          </p:nvPr>
        </p:nvSpPr>
        <p:spPr>
          <a:xfrm>
            <a:off x="590550" y="1104900"/>
            <a:ext cx="8439150" cy="5387848"/>
          </a:xfrm>
        </p:spPr>
        <p:txBody>
          <a:bodyPr vert="horz" lIns="91440" tIns="45720" rIns="91440" bIns="45720" rtlCol="0" anchor="t">
            <a:noAutofit/>
          </a:bodyPr>
          <a:lstStyle/>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The primary focus of this study is to analyze the </a:t>
            </a:r>
            <a:r>
              <a:rPr lang="en-US" sz="1800" b="1" dirty="0">
                <a:latin typeface="Segoe UI" panose="020B0502040204020203" pitchFamily="34" charset="0"/>
                <a:cs typeface="Segoe UI" panose="020B0502040204020203" pitchFamily="34" charset="0"/>
              </a:rPr>
              <a:t>impact of state school quality on house prices across London boroughs</a:t>
            </a:r>
            <a:r>
              <a:rPr lang="en-US" sz="1800" dirty="0">
                <a:latin typeface="Segoe UI" panose="020B0502040204020203" pitchFamily="34" charset="0"/>
                <a:cs typeface="Segoe UI" panose="020B0502040204020203" pitchFamily="34" charset="0"/>
              </a:rPr>
              <a:t>.</a:t>
            </a:r>
          </a:p>
          <a:p>
            <a:pPr marL="285750" indent="-285750">
              <a:buFont typeface="Arial" panose="020B0604020202020204" pitchFamily="34" charset="0"/>
              <a:buChar char="•"/>
            </a:pP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The analysis specifically examines </a:t>
            </a:r>
            <a:r>
              <a:rPr lang="en-US" sz="1800" b="1" dirty="0">
                <a:latin typeface="Segoe UI" panose="020B0502040204020203" pitchFamily="34" charset="0"/>
                <a:cs typeface="Segoe UI" panose="020B0502040204020203" pitchFamily="34" charset="0"/>
              </a:rPr>
              <a:t>state schools</a:t>
            </a:r>
            <a:r>
              <a:rPr lang="en-US" sz="1800" dirty="0">
                <a:latin typeface="Segoe UI" panose="020B0502040204020203" pitchFamily="34" charset="0"/>
                <a:cs typeface="Segoe UI" panose="020B0502040204020203" pitchFamily="34" charset="0"/>
              </a:rPr>
              <a:t> and their </a:t>
            </a:r>
            <a:r>
              <a:rPr lang="en-US" sz="1800" b="1" dirty="0">
                <a:latin typeface="Segoe UI" panose="020B0502040204020203" pitchFamily="34" charset="0"/>
                <a:cs typeface="Segoe UI" panose="020B0502040204020203" pitchFamily="34" charset="0"/>
              </a:rPr>
              <a:t>Ofsted ratings</a:t>
            </a:r>
            <a:r>
              <a:rPr lang="en-US" sz="1800" dirty="0">
                <a:latin typeface="Segoe UI" panose="020B0502040204020203" pitchFamily="34" charset="0"/>
                <a:cs typeface="Segoe UI" panose="020B0502040204020203" pitchFamily="34" charset="0"/>
              </a:rPr>
              <a:t> for the year </a:t>
            </a:r>
            <a:r>
              <a:rPr lang="en-US" sz="1800" b="1" dirty="0">
                <a:latin typeface="Segoe UI" panose="020B0502040204020203" pitchFamily="34" charset="0"/>
                <a:cs typeface="Segoe UI" panose="020B0502040204020203" pitchFamily="34" charset="0"/>
              </a:rPr>
              <a:t>2025</a:t>
            </a:r>
            <a:r>
              <a:rPr lang="en-US" sz="1800" dirty="0">
                <a:latin typeface="Segoe UI" panose="020B0502040204020203" pitchFamily="34" charset="0"/>
                <a:cs typeface="Segoe UI" panose="020B0502040204020203" pitchFamily="34" charset="0"/>
              </a:rPr>
              <a:t>, in relation to </a:t>
            </a:r>
            <a:r>
              <a:rPr lang="en-US" sz="1800" b="1" dirty="0">
                <a:latin typeface="Segoe UI" panose="020B0502040204020203" pitchFamily="34" charset="0"/>
                <a:cs typeface="Segoe UI" panose="020B0502040204020203" pitchFamily="34" charset="0"/>
              </a:rPr>
              <a:t>average house prices in 2025</a:t>
            </a:r>
            <a:r>
              <a:rPr lang="en-US" sz="1800" dirty="0">
                <a:latin typeface="Segoe UI" panose="020B0502040204020203" pitchFamily="34" charset="0"/>
                <a:cs typeface="Segoe UI" panose="020B0502040204020203" pitchFamily="34" charset="0"/>
              </a:rPr>
              <a:t>.</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In addition, a </a:t>
            </a:r>
            <a:r>
              <a:rPr lang="en-US" sz="1800" b="1" dirty="0">
                <a:latin typeface="Segoe UI" panose="020B0502040204020203" pitchFamily="34" charset="0"/>
                <a:cs typeface="Segoe UI" panose="020B0502040204020203" pitchFamily="34" charset="0"/>
              </a:rPr>
              <a:t>temporal analysis</a:t>
            </a:r>
            <a:r>
              <a:rPr lang="en-US" sz="1800" dirty="0">
                <a:latin typeface="Segoe UI" panose="020B0502040204020203" pitchFamily="34" charset="0"/>
                <a:cs typeface="Segoe UI" panose="020B0502040204020203" pitchFamily="34" charset="0"/>
              </a:rPr>
              <a:t> of the </a:t>
            </a:r>
            <a:r>
              <a:rPr lang="en-US" sz="1800" b="1" dirty="0">
                <a:latin typeface="Segoe UI" panose="020B0502040204020203" pitchFamily="34" charset="0"/>
                <a:cs typeface="Segoe UI" panose="020B0502040204020203" pitchFamily="34" charset="0"/>
              </a:rPr>
              <a:t>variation in average house prices across 2015–2025</a:t>
            </a:r>
            <a:r>
              <a:rPr lang="en-US" sz="1800" dirty="0">
                <a:latin typeface="Segoe UI" panose="020B0502040204020203" pitchFamily="34" charset="0"/>
                <a:cs typeface="Segoe UI" panose="020B0502040204020203" pitchFamily="34" charset="0"/>
              </a:rPr>
              <a:t> was conducted to identify long-term trends and fluctuations in the London housing market.</a:t>
            </a:r>
          </a:p>
          <a:p>
            <a:pPr marL="285750" indent="-285750">
              <a:buFont typeface="Arial" panose="020B0604020202020204" pitchFamily="34" charset="0"/>
              <a:buChar char="•"/>
            </a:pP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This allows comparison between </a:t>
            </a:r>
            <a:r>
              <a:rPr lang="en-US" sz="1800" b="1" dirty="0">
                <a:latin typeface="Segoe UI" panose="020B0502040204020203" pitchFamily="34" charset="0"/>
                <a:cs typeface="Segoe UI" panose="020B0502040204020203" pitchFamily="34" charset="0"/>
              </a:rPr>
              <a:t>current (2025)</a:t>
            </a:r>
            <a:r>
              <a:rPr lang="en-US" sz="1800" dirty="0">
                <a:latin typeface="Segoe UI" panose="020B0502040204020203" pitchFamily="34" charset="0"/>
                <a:cs typeface="Segoe UI" panose="020B0502040204020203" pitchFamily="34" charset="0"/>
              </a:rPr>
              <a:t> housing conditions and </a:t>
            </a:r>
            <a:r>
              <a:rPr lang="en-US" sz="1800" b="1" dirty="0">
                <a:latin typeface="Segoe UI" panose="020B0502040204020203" pitchFamily="34" charset="0"/>
                <a:cs typeface="Segoe UI" panose="020B0502040204020203" pitchFamily="34" charset="0"/>
              </a:rPr>
              <a:t>historical price movements</a:t>
            </a:r>
            <a:r>
              <a:rPr lang="en-US" sz="1800" dirty="0">
                <a:latin typeface="Segoe UI" panose="020B0502040204020203" pitchFamily="34" charset="0"/>
                <a:cs typeface="Segoe UI" panose="020B0502040204020203" pitchFamily="34" charset="0"/>
              </a:rPr>
              <a:t>, providing deeper context for the observed relationship between education quality and property values.</a:t>
            </a: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p:txBody>
      </p:sp>
      <p:sp>
        <p:nvSpPr>
          <p:cNvPr id="33" name="Title 1">
            <a:extLst>
              <a:ext uri="{FF2B5EF4-FFF2-40B4-BE49-F238E27FC236}">
                <a16:creationId xmlns:a16="http://schemas.microsoft.com/office/drawing/2014/main" id="{3B979DBA-6AB3-4204-3711-E994061D7DD0}"/>
              </a:ext>
            </a:extLst>
          </p:cNvPr>
          <p:cNvSpPr>
            <a:spLocks noGrp="1"/>
          </p:cNvSpPr>
          <p:nvPr>
            <p:ph type="title"/>
          </p:nvPr>
        </p:nvSpPr>
        <p:spPr>
          <a:xfrm>
            <a:off x="590550" y="136525"/>
            <a:ext cx="8020050" cy="587375"/>
          </a:xfrm>
        </p:spPr>
        <p:txBody>
          <a:bodyPr rtlCol="0">
            <a:normAutofit/>
          </a:bodyPr>
          <a:lstStyle/>
          <a:p>
            <a:pPr algn="ctr" rtl="0"/>
            <a:r>
              <a:rPr lang="en-GB" sz="2800" dirty="0"/>
              <a:t>SCOPE &amp; FOCUS OF STUDY</a:t>
            </a:r>
          </a:p>
        </p:txBody>
      </p:sp>
    </p:spTree>
    <p:extLst>
      <p:ext uri="{BB962C8B-B14F-4D97-AF65-F5344CB8AC3E}">
        <p14:creationId xmlns:p14="http://schemas.microsoft.com/office/powerpoint/2010/main" val="25332666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131EC3-0E46-1AF9-FC4E-66819F1A797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4B3458B-CB7B-EC09-DA72-30AFF2BD9291}"/>
              </a:ext>
            </a:extLst>
          </p:cNvPr>
          <p:cNvSpPr>
            <a:spLocks noGrp="1"/>
          </p:cNvSpPr>
          <p:nvPr>
            <p:ph type="title"/>
          </p:nvPr>
        </p:nvSpPr>
        <p:spPr>
          <a:xfrm>
            <a:off x="831850" y="4672584"/>
            <a:ext cx="10515600" cy="1299411"/>
          </a:xfrm>
        </p:spPr>
        <p:txBody>
          <a:bodyPr rtlCol="0"/>
          <a:lstStyle/>
          <a:p>
            <a:pPr rtl="0"/>
            <a:r>
              <a:rPr lang="en-GB" dirty="0"/>
              <a:t>Methodology</a:t>
            </a:r>
          </a:p>
        </p:txBody>
      </p:sp>
    </p:spTree>
    <p:extLst>
      <p:ext uri="{BB962C8B-B14F-4D97-AF65-F5344CB8AC3E}">
        <p14:creationId xmlns:p14="http://schemas.microsoft.com/office/powerpoint/2010/main" val="313749469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Slide Number Placeholder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12</a:t>
            </a:fld>
            <a:endParaRPr lang="en-GB"/>
          </a:p>
        </p:txBody>
      </p:sp>
      <p:sp>
        <p:nvSpPr>
          <p:cNvPr id="16" name="Title 1">
            <a:extLst>
              <a:ext uri="{FF2B5EF4-FFF2-40B4-BE49-F238E27FC236}">
                <a16:creationId xmlns:a16="http://schemas.microsoft.com/office/drawing/2014/main" id="{D5772CC2-8CDB-CDF9-E250-E42A7D29DAF1}"/>
              </a:ext>
            </a:extLst>
          </p:cNvPr>
          <p:cNvSpPr>
            <a:spLocks noGrp="1"/>
          </p:cNvSpPr>
          <p:nvPr>
            <p:ph type="title"/>
          </p:nvPr>
        </p:nvSpPr>
        <p:spPr>
          <a:xfrm>
            <a:off x="590550" y="136525"/>
            <a:ext cx="8020050" cy="587375"/>
          </a:xfrm>
        </p:spPr>
        <p:txBody>
          <a:bodyPr rtlCol="0">
            <a:normAutofit/>
          </a:bodyPr>
          <a:lstStyle/>
          <a:p>
            <a:r>
              <a:rPr lang="en-GB" sz="2800" dirty="0"/>
              <a:t>Methodology</a:t>
            </a:r>
          </a:p>
        </p:txBody>
      </p:sp>
      <p:sp>
        <p:nvSpPr>
          <p:cNvPr id="33" name="Subtitle 2">
            <a:extLst>
              <a:ext uri="{FF2B5EF4-FFF2-40B4-BE49-F238E27FC236}">
                <a16:creationId xmlns:a16="http://schemas.microsoft.com/office/drawing/2014/main" id="{3B475614-0CB2-DB5B-FBDD-B83D6469FECB}"/>
              </a:ext>
            </a:extLst>
          </p:cNvPr>
          <p:cNvSpPr>
            <a:spLocks noGrp="1"/>
          </p:cNvSpPr>
          <p:nvPr>
            <p:ph type="body" sz="quarter" idx="13"/>
          </p:nvPr>
        </p:nvSpPr>
        <p:spPr>
          <a:xfrm>
            <a:off x="685801" y="744601"/>
            <a:ext cx="11315700" cy="5732400"/>
          </a:xfrm>
        </p:spPr>
        <p:txBody>
          <a:bodyPr vert="horz" lIns="91440" tIns="45720" rIns="91440" bIns="45720" rtlCol="0" anchor="t">
            <a:noAutofit/>
          </a:bodyPr>
          <a:lstStyle/>
          <a:p>
            <a:r>
              <a:rPr lang="en-US" sz="2000" b="1" dirty="0">
                <a:latin typeface="Segoe UI" panose="020B0502040204020203" pitchFamily="34" charset="0"/>
                <a:cs typeface="Segoe UI" panose="020B0502040204020203" pitchFamily="34" charset="0"/>
              </a:rPr>
              <a:t>Overview</a:t>
            </a: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This analysis focuses exclusively on </a:t>
            </a:r>
            <a:r>
              <a:rPr lang="en-US" sz="1800" b="1" dirty="0">
                <a:latin typeface="Segoe UI" panose="020B0502040204020203" pitchFamily="34" charset="0"/>
                <a:cs typeface="Segoe UI" panose="020B0502040204020203" pitchFamily="34" charset="0"/>
              </a:rPr>
              <a:t>state schools</a:t>
            </a:r>
            <a:r>
              <a:rPr lang="en-US" sz="1800" dirty="0">
                <a:latin typeface="Segoe UI" panose="020B0502040204020203" pitchFamily="34" charset="0"/>
                <a:cs typeface="Segoe UI" panose="020B0502040204020203" pitchFamily="34" charset="0"/>
              </a:rPr>
              <a:t> across </a:t>
            </a:r>
            <a:r>
              <a:rPr lang="en-US" sz="1800" b="1" dirty="0">
                <a:latin typeface="Segoe UI" panose="020B0502040204020203" pitchFamily="34" charset="0"/>
                <a:cs typeface="Segoe UI" panose="020B0502040204020203" pitchFamily="34" charset="0"/>
              </a:rPr>
              <a:t>London boroughs</a:t>
            </a:r>
            <a:r>
              <a:rPr lang="en-US" sz="1800" dirty="0">
                <a:latin typeface="Segoe UI" panose="020B0502040204020203" pitchFamily="34" charset="0"/>
                <a:cs typeface="Segoe UI" panose="020B0502040204020203" pitchFamily="34" charset="0"/>
              </a:rPr>
              <a:t>.</a:t>
            </a: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A total of </a:t>
            </a:r>
            <a:r>
              <a:rPr lang="en-US" sz="1800" b="1" dirty="0">
                <a:latin typeface="Segoe UI" panose="020B0502040204020203" pitchFamily="34" charset="0"/>
                <a:cs typeface="Segoe UI" panose="020B0502040204020203" pitchFamily="34" charset="0"/>
              </a:rPr>
              <a:t>31 boroughs</a:t>
            </a:r>
            <a:r>
              <a:rPr lang="en-US" sz="1800" dirty="0">
                <a:latin typeface="Segoe UI" panose="020B0502040204020203" pitchFamily="34" charset="0"/>
                <a:cs typeface="Segoe UI" panose="020B0502040204020203" pitchFamily="34" charset="0"/>
              </a:rPr>
              <a:t> were included in the study. </a:t>
            </a:r>
            <a:r>
              <a:rPr lang="en-US" sz="1800" i="1" dirty="0">
                <a:latin typeface="Segoe UI" panose="020B0502040204020203" pitchFamily="34" charset="0"/>
                <a:cs typeface="Segoe UI" panose="020B0502040204020203" pitchFamily="34" charset="0"/>
              </a:rPr>
              <a:t>Westminster</a:t>
            </a:r>
            <a:r>
              <a:rPr lang="en-US" sz="1800" dirty="0">
                <a:latin typeface="Segoe UI" panose="020B0502040204020203" pitchFamily="34" charset="0"/>
                <a:cs typeface="Segoe UI" panose="020B0502040204020203" pitchFamily="34" charset="0"/>
              </a:rPr>
              <a:t> was excluded due to data inconsistencies.</a:t>
            </a:r>
          </a:p>
          <a:p>
            <a:endParaRPr lang="en-US" sz="1800" dirty="0">
              <a:latin typeface="Segoe UI" panose="020B0502040204020203" pitchFamily="34" charset="0"/>
              <a:cs typeface="Segoe UI" panose="020B0502040204020203" pitchFamily="34" charset="0"/>
            </a:endParaRPr>
          </a:p>
          <a:p>
            <a:r>
              <a:rPr lang="en-US" sz="2000" b="1" dirty="0">
                <a:latin typeface="Segoe UI" panose="020B0502040204020203" pitchFamily="34" charset="0"/>
                <a:cs typeface="Segoe UI" panose="020B0502040204020203" pitchFamily="34" charset="0"/>
              </a:rPr>
              <a:t>Data Sources</a:t>
            </a:r>
          </a:p>
          <a:p>
            <a:r>
              <a:rPr lang="en-US" sz="1800" dirty="0">
                <a:latin typeface="Segoe UI" panose="020B0502040204020203" pitchFamily="34" charset="0"/>
                <a:cs typeface="Segoe UI" panose="020B0502040204020203" pitchFamily="34" charset="0"/>
              </a:rPr>
              <a:t>The study integrates multiple publicly available datasets to explore the relationship between school quality and house prices in London:</a:t>
            </a: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HM Land Registry – UK House Price Index (HPI):</a:t>
            </a: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Provides property transaction data, including sale prices, property types, transaction dates, and locations. Used to calculate borough-level average house prices from 2015 to 2025.</a:t>
            </a:r>
            <a:br>
              <a:rPr lang="en-US" sz="1800" dirty="0">
                <a:latin typeface="Segoe UI" panose="020B0502040204020203" pitchFamily="34" charset="0"/>
                <a:cs typeface="Segoe UI" panose="020B0502040204020203" pitchFamily="34" charset="0"/>
              </a:rPr>
            </a:br>
            <a:r>
              <a:rPr lang="en-US" sz="1800" i="1" dirty="0">
                <a:latin typeface="Segoe UI" panose="020B0502040204020203" pitchFamily="34" charset="0"/>
                <a:cs typeface="Segoe UI" panose="020B0502040204020203" pitchFamily="34" charset="0"/>
              </a:rPr>
              <a:t>Source:</a:t>
            </a:r>
            <a:r>
              <a:rPr lang="en-US" sz="1800" dirty="0">
                <a:latin typeface="Segoe UI" panose="020B0502040204020203" pitchFamily="34" charset="0"/>
                <a:cs typeface="Segoe UI" panose="020B0502040204020203" pitchFamily="34" charset="0"/>
              </a:rPr>
              <a:t> </a:t>
            </a:r>
            <a:r>
              <a:rPr lang="en-US" sz="1800" dirty="0">
                <a:latin typeface="Segoe UI" panose="020B0502040204020203" pitchFamily="34" charset="0"/>
                <a:cs typeface="Segoe UI" panose="020B0502040204020203" pitchFamily="34" charset="0"/>
                <a:hlinkClick r:id="rId3"/>
              </a:rPr>
              <a:t>UK HPI Data – Gov.uk</a:t>
            </a:r>
            <a:r>
              <a:rPr lang="en-US" sz="1800" dirty="0">
                <a:latin typeface="Segoe UI" panose="020B0502040204020203" pitchFamily="34" charset="0"/>
                <a:cs typeface="Segoe UI" panose="020B0502040204020203" pitchFamily="34" charset="0"/>
              </a:rPr>
              <a:t>)</a:t>
            </a: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Ofsted and Department for Education (DfE):</a:t>
            </a: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Contains inspection outcomes and school characteristics for state primary and secondary schools. Each school’s Ofsted rating (“Outstanding”, “Good”, “Requires Improvement”, “Inadequate”) was linked to its borough using postcode data.</a:t>
            </a:r>
            <a:br>
              <a:rPr lang="en-US" sz="1800" dirty="0">
                <a:latin typeface="Segoe UI" panose="020B0502040204020203" pitchFamily="34" charset="0"/>
                <a:cs typeface="Segoe UI" panose="020B0502040204020203" pitchFamily="34" charset="0"/>
              </a:rPr>
            </a:br>
            <a:endParaRPr lang="en-US" sz="1800" dirty="0">
              <a:latin typeface="Segoe UI" panose="020B0502040204020203" pitchFamily="34" charset="0"/>
              <a:cs typeface="Segoe UI" panose="020B0502040204020203" pitchFamily="34" charset="0"/>
            </a:endParaRP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endParaRPr lang="en-GB" sz="18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47218289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Slide Number Placeholder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13</a:t>
            </a:fld>
            <a:endParaRPr lang="en-GB"/>
          </a:p>
        </p:txBody>
      </p:sp>
      <p:sp>
        <p:nvSpPr>
          <p:cNvPr id="16" name="Title 1">
            <a:extLst>
              <a:ext uri="{FF2B5EF4-FFF2-40B4-BE49-F238E27FC236}">
                <a16:creationId xmlns:a16="http://schemas.microsoft.com/office/drawing/2014/main" id="{D5772CC2-8CDB-CDF9-E250-E42A7D29DAF1}"/>
              </a:ext>
            </a:extLst>
          </p:cNvPr>
          <p:cNvSpPr>
            <a:spLocks noGrp="1"/>
          </p:cNvSpPr>
          <p:nvPr>
            <p:ph type="title"/>
          </p:nvPr>
        </p:nvSpPr>
        <p:spPr>
          <a:xfrm>
            <a:off x="590550" y="136525"/>
            <a:ext cx="8020050" cy="587375"/>
          </a:xfrm>
        </p:spPr>
        <p:txBody>
          <a:bodyPr rtlCol="0">
            <a:normAutofit/>
          </a:bodyPr>
          <a:lstStyle/>
          <a:p>
            <a:r>
              <a:rPr lang="en-GB" sz="2800" dirty="0"/>
              <a:t>Methodology</a:t>
            </a:r>
          </a:p>
        </p:txBody>
      </p:sp>
      <p:sp>
        <p:nvSpPr>
          <p:cNvPr id="33" name="Subtitle 2">
            <a:extLst>
              <a:ext uri="{FF2B5EF4-FFF2-40B4-BE49-F238E27FC236}">
                <a16:creationId xmlns:a16="http://schemas.microsoft.com/office/drawing/2014/main" id="{3B475614-0CB2-DB5B-FBDD-B83D6469FECB}"/>
              </a:ext>
            </a:extLst>
          </p:cNvPr>
          <p:cNvSpPr>
            <a:spLocks noGrp="1"/>
          </p:cNvSpPr>
          <p:nvPr>
            <p:ph type="body" sz="quarter" idx="13"/>
          </p:nvPr>
        </p:nvSpPr>
        <p:spPr>
          <a:xfrm>
            <a:off x="685801" y="935101"/>
            <a:ext cx="11315700" cy="5732400"/>
          </a:xfrm>
        </p:spPr>
        <p:txBody>
          <a:bodyPr vert="horz" lIns="91440" tIns="45720" rIns="91440" bIns="45720" rtlCol="0" anchor="t">
            <a:noAutofit/>
          </a:bodyPr>
          <a:lstStyle/>
          <a:p>
            <a:pPr marL="742950" lvl="1" indent="-285750">
              <a:buFont typeface="Arial" panose="020B0604020202020204" pitchFamily="34" charset="0"/>
              <a:buChar char="•"/>
            </a:pPr>
            <a:r>
              <a:rPr lang="en-US" sz="2000" i="1" dirty="0">
                <a:latin typeface="Segoe UI" panose="020B0502040204020203" pitchFamily="34" charset="0"/>
                <a:cs typeface="Segoe UI" panose="020B0502040204020203" pitchFamily="34" charset="0"/>
              </a:rPr>
              <a:t>Sources: </a:t>
            </a:r>
          </a:p>
          <a:p>
            <a:pPr marL="742950" lvl="1"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hlinkClick r:id="rId3"/>
              </a:rPr>
              <a:t>Ofsted Inspection Outcomes – Gov.uk</a:t>
            </a:r>
            <a:r>
              <a:rPr lang="en-US" sz="1800" dirty="0">
                <a:latin typeface="Segoe UI" panose="020B0502040204020203" pitchFamily="34" charset="0"/>
                <a:cs typeface="Segoe UI" panose="020B0502040204020203" pitchFamily="34" charset="0"/>
              </a:rPr>
              <a:t>  </a:t>
            </a:r>
          </a:p>
          <a:p>
            <a:pPr marL="742950" lvl="1"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hlinkClick r:id="rId4"/>
              </a:rPr>
              <a:t>Get Information About Schools – Gov.uk</a:t>
            </a:r>
            <a:r>
              <a:rPr lang="en-US" sz="1800" dirty="0">
                <a:latin typeface="Segoe UI" panose="020B0502040204020203" pitchFamily="34" charset="0"/>
                <a:cs typeface="Segoe UI" panose="020B0502040204020203" pitchFamily="34" charset="0"/>
              </a:rPr>
              <a:t>)</a:t>
            </a:r>
          </a:p>
          <a:p>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Office for National Statistics (ONS):</a:t>
            </a: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Provided borough-level socioeconomic and demographic data (house price index, Ofsted rating).</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London Datastore:</a:t>
            </a: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Supplied the </a:t>
            </a:r>
            <a:r>
              <a:rPr lang="en-US" sz="1800" b="1" dirty="0">
                <a:latin typeface="Segoe UI" panose="020B0502040204020203" pitchFamily="34" charset="0"/>
                <a:cs typeface="Segoe UI" panose="020B0502040204020203" pitchFamily="34" charset="0"/>
              </a:rPr>
              <a:t>geospatial boundary shapefiles</a:t>
            </a:r>
            <a:r>
              <a:rPr lang="en-US" sz="1800" dirty="0">
                <a:latin typeface="Segoe UI" panose="020B0502040204020203" pitchFamily="34" charset="0"/>
                <a:cs typeface="Segoe UI" panose="020B0502040204020203" pitchFamily="34" charset="0"/>
              </a:rPr>
              <a:t> used for borough-level mapping.</a:t>
            </a:r>
            <a:br>
              <a:rPr lang="en-US" sz="1800" dirty="0">
                <a:latin typeface="Segoe UI" panose="020B0502040204020203" pitchFamily="34" charset="0"/>
                <a:cs typeface="Segoe UI" panose="020B0502040204020203" pitchFamily="34" charset="0"/>
              </a:rPr>
            </a:br>
            <a:r>
              <a:rPr lang="en-US" sz="1800" i="1" dirty="0">
                <a:latin typeface="Segoe UI" panose="020B0502040204020203" pitchFamily="34" charset="0"/>
                <a:cs typeface="Segoe UI" panose="020B0502040204020203" pitchFamily="34" charset="0"/>
              </a:rPr>
              <a:t>Source:</a:t>
            </a:r>
            <a:r>
              <a:rPr lang="en-US" sz="1800" dirty="0">
                <a:latin typeface="Segoe UI" panose="020B0502040204020203" pitchFamily="34" charset="0"/>
                <a:cs typeface="Segoe UI" panose="020B0502040204020203" pitchFamily="34" charset="0"/>
              </a:rPr>
              <a:t> </a:t>
            </a:r>
            <a:r>
              <a:rPr lang="en-US" sz="1800" dirty="0">
                <a:latin typeface="Segoe UI" panose="020B0502040204020203" pitchFamily="34" charset="0"/>
                <a:cs typeface="Segoe UI" panose="020B0502040204020203" pitchFamily="34" charset="0"/>
                <a:hlinkClick r:id="rId5"/>
              </a:rPr>
              <a:t>Statistical GIS Boundary Files for London</a:t>
            </a: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endParaRPr lang="en-GB" sz="18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28191400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9DDAE5-FCB8-8DF5-A32A-472DAD2792CF}"/>
            </a:ext>
          </a:extLst>
        </p:cNvPr>
        <p:cNvGrpSpPr/>
        <p:nvPr/>
      </p:nvGrpSpPr>
      <p:grpSpPr>
        <a:xfrm>
          <a:off x="0" y="0"/>
          <a:ext cx="0" cy="0"/>
          <a:chOff x="0" y="0"/>
          <a:chExt cx="0" cy="0"/>
        </a:xfrm>
      </p:grpSpPr>
      <p:sp>
        <p:nvSpPr>
          <p:cNvPr id="13" name="Slide Number Placeholder 12">
            <a:extLst>
              <a:ext uri="{FF2B5EF4-FFF2-40B4-BE49-F238E27FC236}">
                <a16:creationId xmlns:a16="http://schemas.microsoft.com/office/drawing/2014/main" id="{CA02AAFF-5964-4988-409F-1FD1BDB19DFC}"/>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14</a:t>
            </a:fld>
            <a:endParaRPr lang="en-GB"/>
          </a:p>
        </p:txBody>
      </p:sp>
      <p:sp>
        <p:nvSpPr>
          <p:cNvPr id="16" name="Title 1">
            <a:extLst>
              <a:ext uri="{FF2B5EF4-FFF2-40B4-BE49-F238E27FC236}">
                <a16:creationId xmlns:a16="http://schemas.microsoft.com/office/drawing/2014/main" id="{2543A00B-D64B-90A0-868B-1D06E16A0168}"/>
              </a:ext>
            </a:extLst>
          </p:cNvPr>
          <p:cNvSpPr>
            <a:spLocks noGrp="1"/>
          </p:cNvSpPr>
          <p:nvPr>
            <p:ph type="title"/>
          </p:nvPr>
        </p:nvSpPr>
        <p:spPr>
          <a:xfrm>
            <a:off x="590550" y="136525"/>
            <a:ext cx="8020050" cy="587375"/>
          </a:xfrm>
        </p:spPr>
        <p:txBody>
          <a:bodyPr rtlCol="0">
            <a:normAutofit/>
          </a:bodyPr>
          <a:lstStyle/>
          <a:p>
            <a:r>
              <a:rPr lang="en-GB" sz="2800" dirty="0"/>
              <a:t>Methodology</a:t>
            </a:r>
          </a:p>
        </p:txBody>
      </p:sp>
      <p:sp>
        <p:nvSpPr>
          <p:cNvPr id="33" name="Subtitle 2">
            <a:extLst>
              <a:ext uri="{FF2B5EF4-FFF2-40B4-BE49-F238E27FC236}">
                <a16:creationId xmlns:a16="http://schemas.microsoft.com/office/drawing/2014/main" id="{630460A7-5A87-3704-30CC-385FA1CA8186}"/>
              </a:ext>
            </a:extLst>
          </p:cNvPr>
          <p:cNvSpPr>
            <a:spLocks noGrp="1"/>
          </p:cNvSpPr>
          <p:nvPr>
            <p:ph type="body" sz="quarter" idx="13"/>
          </p:nvPr>
        </p:nvSpPr>
        <p:spPr>
          <a:xfrm>
            <a:off x="685801" y="706501"/>
            <a:ext cx="11315700" cy="5732400"/>
          </a:xfrm>
        </p:spPr>
        <p:txBody>
          <a:bodyPr vert="horz" lIns="91440" tIns="45720" rIns="91440" bIns="45720" rtlCol="0" anchor="t">
            <a:noAutofit/>
          </a:bodyPr>
          <a:lstStyle/>
          <a:p>
            <a:r>
              <a:rPr lang="en-IN" sz="2000" b="1" dirty="0">
                <a:latin typeface="Segoe UI" panose="020B0502040204020203" pitchFamily="34" charset="0"/>
                <a:cs typeface="Segoe UI" panose="020B0502040204020203" pitchFamily="34" charset="0"/>
              </a:rPr>
              <a:t>Data Cleaning &amp; Preparation (Python, </a:t>
            </a:r>
            <a:r>
              <a:rPr lang="en-IN" sz="2000" b="1" dirty="0" err="1">
                <a:latin typeface="Segoe UI" panose="020B0502040204020203" pitchFamily="34" charset="0"/>
                <a:cs typeface="Segoe UI" panose="020B0502040204020203" pitchFamily="34" charset="0"/>
              </a:rPr>
              <a:t>Jupyter</a:t>
            </a:r>
            <a:r>
              <a:rPr lang="en-IN" sz="2000" b="1" dirty="0">
                <a:latin typeface="Segoe UI" panose="020B0502040204020203" pitchFamily="34" charset="0"/>
                <a:cs typeface="Segoe UI" panose="020B0502040204020203" pitchFamily="34" charset="0"/>
              </a:rPr>
              <a:t> Notebook):</a:t>
            </a:r>
          </a:p>
          <a:p>
            <a:endParaRPr lang="en-IN" sz="2000" b="1" dirty="0">
              <a:latin typeface="Segoe UI" panose="020B0502040204020203" pitchFamily="34" charset="0"/>
              <a:cs typeface="Segoe UI" panose="020B0502040204020203" pitchFamily="34" charset="0"/>
            </a:endParaRPr>
          </a:p>
          <a:p>
            <a:r>
              <a:rPr lang="en-IN" sz="2000" dirty="0">
                <a:latin typeface="Segoe UI" panose="020B0502040204020203" pitchFamily="34" charset="0"/>
                <a:cs typeface="Segoe UI" panose="020B0502040204020203" pitchFamily="34" charset="0"/>
              </a:rPr>
              <a:t>All datasets were cleaned, merged, and standardised using </a:t>
            </a:r>
            <a:r>
              <a:rPr lang="en-IN" sz="2000" b="1" dirty="0">
                <a:latin typeface="Segoe UI" panose="020B0502040204020203" pitchFamily="34" charset="0"/>
                <a:cs typeface="Segoe UI" panose="020B0502040204020203" pitchFamily="34" charset="0"/>
              </a:rPr>
              <a:t>Python (Pandas, NumPy)</a:t>
            </a:r>
            <a:r>
              <a:rPr lang="en-IN" sz="2000" dirty="0">
                <a:latin typeface="Segoe UI" panose="020B0502040204020203" pitchFamily="34" charset="0"/>
                <a:cs typeface="Segoe UI" panose="020B0502040204020203" pitchFamily="34" charset="0"/>
              </a:rPr>
              <a:t> within </a:t>
            </a:r>
            <a:r>
              <a:rPr lang="en-IN" sz="2000" b="1" dirty="0" err="1">
                <a:latin typeface="Segoe UI" panose="020B0502040204020203" pitchFamily="34" charset="0"/>
                <a:cs typeface="Segoe UI" panose="020B0502040204020203" pitchFamily="34" charset="0"/>
              </a:rPr>
              <a:t>Jupyter</a:t>
            </a:r>
            <a:r>
              <a:rPr lang="en-IN" sz="2000" b="1" dirty="0">
                <a:latin typeface="Segoe UI" panose="020B0502040204020203" pitchFamily="34" charset="0"/>
                <a:cs typeface="Segoe UI" panose="020B0502040204020203" pitchFamily="34" charset="0"/>
              </a:rPr>
              <a:t> Notebook</a:t>
            </a:r>
            <a:r>
              <a:rPr lang="en-IN" sz="2000" dirty="0">
                <a:latin typeface="Segoe UI" panose="020B0502040204020203" pitchFamily="34" charset="0"/>
                <a:cs typeface="Segoe UI" panose="020B0502040204020203" pitchFamily="34" charset="0"/>
              </a:rPr>
              <a:t> to ensure consistency and analytical accuracy.</a:t>
            </a:r>
          </a:p>
          <a:p>
            <a:endParaRPr lang="en-IN" sz="2000" dirty="0">
              <a:latin typeface="Segoe UI" panose="020B0502040204020203" pitchFamily="34" charset="0"/>
              <a:cs typeface="Segoe UI" panose="020B0502040204020203" pitchFamily="34" charset="0"/>
            </a:endParaRPr>
          </a:p>
          <a:p>
            <a:r>
              <a:rPr lang="en-IN" sz="2000" dirty="0">
                <a:latin typeface="Segoe UI" panose="020B0502040204020203" pitchFamily="34" charset="0"/>
                <a:cs typeface="Segoe UI" panose="020B0502040204020203" pitchFamily="34" charset="0"/>
              </a:rPr>
              <a:t>Key steps included:</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Filtering:</a:t>
            </a:r>
            <a:r>
              <a:rPr lang="en-US" sz="1800" dirty="0">
                <a:latin typeface="Segoe UI" panose="020B0502040204020203" pitchFamily="34" charset="0"/>
                <a:cs typeface="Segoe UI" panose="020B0502040204020203" pitchFamily="34" charset="0"/>
              </a:rPr>
              <a:t> Only </a:t>
            </a:r>
            <a:r>
              <a:rPr lang="en-US" sz="1800" b="1" dirty="0">
                <a:latin typeface="Segoe UI" panose="020B0502040204020203" pitchFamily="34" charset="0"/>
                <a:cs typeface="Segoe UI" panose="020B0502040204020203" pitchFamily="34" charset="0"/>
              </a:rPr>
              <a:t>state schools</a:t>
            </a:r>
            <a:r>
              <a:rPr lang="en-US" sz="1800" dirty="0">
                <a:latin typeface="Segoe UI" panose="020B0502040204020203" pitchFamily="34" charset="0"/>
                <a:cs typeface="Segoe UI" panose="020B0502040204020203" pitchFamily="34" charset="0"/>
              </a:rPr>
              <a:t> were included; independent schools were excluded.</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Exclusions:</a:t>
            </a:r>
            <a:r>
              <a:rPr lang="en-US" sz="1800" dirty="0">
                <a:latin typeface="Segoe UI" panose="020B0502040204020203" pitchFamily="34" charset="0"/>
                <a:cs typeface="Segoe UI" panose="020B0502040204020203" pitchFamily="34" charset="0"/>
              </a:rPr>
              <a:t> </a:t>
            </a:r>
            <a:r>
              <a:rPr lang="en-US" sz="1800" i="1" dirty="0">
                <a:latin typeface="Segoe UI" panose="020B0502040204020203" pitchFamily="34" charset="0"/>
                <a:cs typeface="Segoe UI" panose="020B0502040204020203" pitchFamily="34" charset="0"/>
              </a:rPr>
              <a:t>Westminster</a:t>
            </a:r>
            <a:r>
              <a:rPr lang="en-US" sz="1800" dirty="0">
                <a:latin typeface="Segoe UI" panose="020B0502040204020203" pitchFamily="34" charset="0"/>
                <a:cs typeface="Segoe UI" panose="020B0502040204020203" pitchFamily="34" charset="0"/>
              </a:rPr>
              <a:t> was removed due to missing or inconsistent school inspection data.</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Matching:</a:t>
            </a:r>
            <a:r>
              <a:rPr lang="en-US" sz="1800" dirty="0">
                <a:latin typeface="Segoe UI" panose="020B0502040204020203" pitchFamily="34" charset="0"/>
                <a:cs typeface="Segoe UI" panose="020B0502040204020203" pitchFamily="34" charset="0"/>
              </a:rPr>
              <a:t> School-level data were linked with borough-level house price data using </a:t>
            </a:r>
            <a:r>
              <a:rPr lang="en-US" sz="1800" b="1" dirty="0">
                <a:latin typeface="Segoe UI" panose="020B0502040204020203" pitchFamily="34" charset="0"/>
                <a:cs typeface="Segoe UI" panose="020B0502040204020203" pitchFamily="34" charset="0"/>
              </a:rPr>
              <a:t>area code</a:t>
            </a:r>
            <a:r>
              <a:rPr lang="en-US" sz="1800" dirty="0">
                <a:latin typeface="Segoe UI" panose="020B0502040204020203" pitchFamily="34" charset="0"/>
                <a:cs typeface="Segoe UI" panose="020B0502040204020203" pitchFamily="34" charset="0"/>
              </a:rPr>
              <a:t> and </a:t>
            </a:r>
            <a:r>
              <a:rPr lang="en-US" sz="1800" b="1" dirty="0">
                <a:latin typeface="Segoe UI" panose="020B0502040204020203" pitchFamily="34" charset="0"/>
                <a:cs typeface="Segoe UI" panose="020B0502040204020203" pitchFamily="34" charset="0"/>
              </a:rPr>
              <a:t>local authority codes</a:t>
            </a:r>
            <a:r>
              <a:rPr lang="en-US" sz="1800" dirty="0">
                <a:latin typeface="Segoe UI" panose="020B0502040204020203" pitchFamily="34" charset="0"/>
                <a:cs typeface="Segoe UI" panose="020B0502040204020203" pitchFamily="34" charset="0"/>
              </a:rPr>
              <a:t>.</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Aggregation:</a:t>
            </a:r>
            <a:r>
              <a:rPr lang="en-US" sz="1800" dirty="0">
                <a:latin typeface="Segoe UI" panose="020B0502040204020203" pitchFamily="34" charset="0"/>
                <a:cs typeface="Segoe UI" panose="020B0502040204020203" pitchFamily="34" charset="0"/>
              </a:rPr>
              <a:t> Calculated the </a:t>
            </a:r>
            <a:r>
              <a:rPr lang="en-US" sz="1800" b="1" dirty="0">
                <a:latin typeface="Segoe UI" panose="020B0502040204020203" pitchFamily="34" charset="0"/>
                <a:cs typeface="Segoe UI" panose="020B0502040204020203" pitchFamily="34" charset="0"/>
              </a:rPr>
              <a:t>percentage of schools rated “Outstanding” or “Good”</a:t>
            </a:r>
            <a:r>
              <a:rPr lang="en-US" sz="1800" dirty="0">
                <a:latin typeface="Segoe UI" panose="020B0502040204020203" pitchFamily="34" charset="0"/>
                <a:cs typeface="Segoe UI" panose="020B0502040204020203" pitchFamily="34" charset="0"/>
              </a:rPr>
              <a:t> in each borough.</a:t>
            </a:r>
          </a:p>
          <a:p>
            <a:endParaRPr lang="en-US" sz="1800" dirty="0">
              <a:latin typeface="Segoe UI" panose="020B0502040204020203" pitchFamily="34" charset="0"/>
              <a:cs typeface="Segoe UI" panose="020B0502040204020203" pitchFamily="34" charset="0"/>
            </a:endParaRPr>
          </a:p>
          <a:p>
            <a:endParaRPr lang="en-US" sz="1800" dirty="0">
              <a:latin typeface="Segoe UI" panose="020B0502040204020203" pitchFamily="34" charset="0"/>
              <a:cs typeface="Segoe UI" panose="020B0502040204020203" pitchFamily="34" charset="0"/>
            </a:endParaRP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endParaRPr lang="en-GB" sz="18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19798432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021BA3-6CCD-CF1E-167B-D028EE89C800}"/>
            </a:ext>
          </a:extLst>
        </p:cNvPr>
        <p:cNvGrpSpPr/>
        <p:nvPr/>
      </p:nvGrpSpPr>
      <p:grpSpPr>
        <a:xfrm>
          <a:off x="0" y="0"/>
          <a:ext cx="0" cy="0"/>
          <a:chOff x="0" y="0"/>
          <a:chExt cx="0" cy="0"/>
        </a:xfrm>
      </p:grpSpPr>
      <p:sp>
        <p:nvSpPr>
          <p:cNvPr id="13" name="Slide Number Placeholder 12">
            <a:extLst>
              <a:ext uri="{FF2B5EF4-FFF2-40B4-BE49-F238E27FC236}">
                <a16:creationId xmlns:a16="http://schemas.microsoft.com/office/drawing/2014/main" id="{83A64244-35D2-34A8-6485-4FBFAB77749D}"/>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15</a:t>
            </a:fld>
            <a:endParaRPr lang="en-GB"/>
          </a:p>
        </p:txBody>
      </p:sp>
      <p:sp>
        <p:nvSpPr>
          <p:cNvPr id="16" name="Title 1">
            <a:extLst>
              <a:ext uri="{FF2B5EF4-FFF2-40B4-BE49-F238E27FC236}">
                <a16:creationId xmlns:a16="http://schemas.microsoft.com/office/drawing/2014/main" id="{B4251396-ECC6-1533-9EAB-9DB01EE13CD1}"/>
              </a:ext>
            </a:extLst>
          </p:cNvPr>
          <p:cNvSpPr>
            <a:spLocks noGrp="1"/>
          </p:cNvSpPr>
          <p:nvPr>
            <p:ph type="title"/>
          </p:nvPr>
        </p:nvSpPr>
        <p:spPr>
          <a:xfrm>
            <a:off x="590550" y="136525"/>
            <a:ext cx="8020050" cy="587375"/>
          </a:xfrm>
        </p:spPr>
        <p:txBody>
          <a:bodyPr rtlCol="0">
            <a:normAutofit/>
          </a:bodyPr>
          <a:lstStyle/>
          <a:p>
            <a:r>
              <a:rPr lang="en-GB" sz="2800" dirty="0"/>
              <a:t>Methodology</a:t>
            </a:r>
          </a:p>
        </p:txBody>
      </p:sp>
      <p:sp>
        <p:nvSpPr>
          <p:cNvPr id="33" name="Subtitle 2">
            <a:extLst>
              <a:ext uri="{FF2B5EF4-FFF2-40B4-BE49-F238E27FC236}">
                <a16:creationId xmlns:a16="http://schemas.microsoft.com/office/drawing/2014/main" id="{DD427779-9A25-A0E7-7226-3E6F7EA085F4}"/>
              </a:ext>
            </a:extLst>
          </p:cNvPr>
          <p:cNvSpPr>
            <a:spLocks noGrp="1"/>
          </p:cNvSpPr>
          <p:nvPr>
            <p:ph type="body" sz="quarter" idx="13"/>
          </p:nvPr>
        </p:nvSpPr>
        <p:spPr>
          <a:xfrm>
            <a:off x="685801" y="744601"/>
            <a:ext cx="11315700" cy="5732400"/>
          </a:xfrm>
        </p:spPr>
        <p:txBody>
          <a:bodyPr vert="horz" lIns="91440" tIns="45720" rIns="91440" bIns="45720" rtlCol="0" anchor="t">
            <a:noAutofit/>
          </a:bodyPr>
          <a:lstStyle/>
          <a:p>
            <a:endParaRPr lang="en-US" sz="2000" dirty="0">
              <a:latin typeface="Segoe UI" panose="020B0502040204020203" pitchFamily="34" charset="0"/>
              <a:cs typeface="Segoe UI" panose="020B0502040204020203" pitchFamily="34" charset="0"/>
            </a:endParaRPr>
          </a:p>
          <a:p>
            <a:pPr marL="342900" indent="-342900">
              <a:buFont typeface="Arial" panose="020B0604020202020204" pitchFamily="34" charset="0"/>
              <a:buChar char="•"/>
            </a:pPr>
            <a:r>
              <a:rPr lang="en-US" sz="1800" b="1" dirty="0">
                <a:latin typeface="Segoe UI" panose="020B0502040204020203" pitchFamily="34" charset="0"/>
                <a:cs typeface="Segoe UI" panose="020B0502040204020203" pitchFamily="34" charset="0"/>
              </a:rPr>
              <a:t>Validation:</a:t>
            </a:r>
            <a:r>
              <a:rPr lang="en-US" sz="1800" dirty="0">
                <a:latin typeface="Segoe UI" panose="020B0502040204020203" pitchFamily="34" charset="0"/>
                <a:cs typeface="Segoe UI" panose="020B0502040204020203" pitchFamily="34" charset="0"/>
              </a:rPr>
              <a:t> Outliers in the house price dataset were identified and removed using statistical thresholds.</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Integration:</a:t>
            </a:r>
            <a:r>
              <a:rPr lang="en-US" sz="1800" dirty="0">
                <a:latin typeface="Segoe UI" panose="020B0502040204020203" pitchFamily="34" charset="0"/>
                <a:cs typeface="Segoe UI" panose="020B0502040204020203" pitchFamily="34" charset="0"/>
              </a:rPr>
              <a:t> Final datasets were merged by borough and year (2025) for visualization and correlation analysis.</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r>
              <a:rPr lang="en-US" sz="2000" b="1" dirty="0">
                <a:latin typeface="Segoe UI" panose="020B0502040204020203" pitchFamily="34" charset="0"/>
                <a:cs typeface="Segoe UI" panose="020B0502040204020203" pitchFamily="34" charset="0"/>
              </a:rPr>
              <a:t>Analytical Approach</a:t>
            </a:r>
          </a:p>
          <a:p>
            <a:endParaRPr lang="en-US" sz="2000" b="1" dirty="0">
              <a:latin typeface="Segoe UI" panose="020B0502040204020203" pitchFamily="34" charset="0"/>
              <a:cs typeface="Segoe UI" panose="020B0502040204020203" pitchFamily="34" charset="0"/>
            </a:endParaRPr>
          </a:p>
          <a:p>
            <a:r>
              <a:rPr lang="en-US" sz="1800" dirty="0">
                <a:latin typeface="Segoe UI" panose="020B0502040204020203" pitchFamily="34" charset="0"/>
                <a:cs typeface="Segoe UI" panose="020B0502040204020203" pitchFamily="34" charset="0"/>
              </a:rPr>
              <a:t>A </a:t>
            </a:r>
            <a:r>
              <a:rPr lang="en-US" sz="1800" b="1" dirty="0">
                <a:latin typeface="Segoe UI" panose="020B0502040204020203" pitchFamily="34" charset="0"/>
                <a:cs typeface="Segoe UI" panose="020B0502040204020203" pitchFamily="34" charset="0"/>
              </a:rPr>
              <a:t>data-driven, exploratory, and comparative approach</a:t>
            </a:r>
            <a:r>
              <a:rPr lang="en-US" sz="1800" dirty="0">
                <a:latin typeface="Segoe UI" panose="020B0502040204020203" pitchFamily="34" charset="0"/>
                <a:cs typeface="Segoe UI" panose="020B0502040204020203" pitchFamily="34" charset="0"/>
              </a:rPr>
              <a:t> was adopted to understand the interaction between school performance and housing market trends.</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Exploratory Data Analysis (EDA):</a:t>
            </a: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Conducted using Python to </a:t>
            </a:r>
            <a:r>
              <a:rPr lang="en-US" sz="1800" dirty="0" err="1">
                <a:latin typeface="Segoe UI" panose="020B0502040204020203" pitchFamily="34" charset="0"/>
                <a:cs typeface="Segoe UI" panose="020B0502040204020203" pitchFamily="34" charset="0"/>
              </a:rPr>
              <a:t>visualise</a:t>
            </a:r>
            <a:r>
              <a:rPr lang="en-US" sz="1800" dirty="0">
                <a:latin typeface="Segoe UI" panose="020B0502040204020203" pitchFamily="34" charset="0"/>
                <a:cs typeface="Segoe UI" panose="020B0502040204020203" pitchFamily="34" charset="0"/>
              </a:rPr>
              <a:t> </a:t>
            </a:r>
            <a:r>
              <a:rPr lang="en-US" sz="1800" b="1" dirty="0">
                <a:latin typeface="Segoe UI" panose="020B0502040204020203" pitchFamily="34" charset="0"/>
                <a:cs typeface="Segoe UI" panose="020B0502040204020203" pitchFamily="34" charset="0"/>
              </a:rPr>
              <a:t>distributions and relationships,</a:t>
            </a:r>
            <a:r>
              <a:rPr lang="en-US" sz="1800" dirty="0">
                <a:latin typeface="Segoe UI" panose="020B0502040204020203" pitchFamily="34" charset="0"/>
                <a:cs typeface="Segoe UI" panose="020B0502040204020203" pitchFamily="34" charset="0"/>
              </a:rPr>
              <a:t> and to identify borough-level variations in both school ratings and house prices.</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endParaRPr lang="en-GB" sz="18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85545162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6B0F7F-60D8-AE3C-96DA-DE547978D500}"/>
            </a:ext>
          </a:extLst>
        </p:cNvPr>
        <p:cNvGrpSpPr/>
        <p:nvPr/>
      </p:nvGrpSpPr>
      <p:grpSpPr>
        <a:xfrm>
          <a:off x="0" y="0"/>
          <a:ext cx="0" cy="0"/>
          <a:chOff x="0" y="0"/>
          <a:chExt cx="0" cy="0"/>
        </a:xfrm>
      </p:grpSpPr>
      <p:sp>
        <p:nvSpPr>
          <p:cNvPr id="13" name="Slide Number Placeholder 12">
            <a:extLst>
              <a:ext uri="{FF2B5EF4-FFF2-40B4-BE49-F238E27FC236}">
                <a16:creationId xmlns:a16="http://schemas.microsoft.com/office/drawing/2014/main" id="{6144683F-A0E4-9DB4-03E8-9FEACE581343}"/>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16</a:t>
            </a:fld>
            <a:endParaRPr lang="en-GB"/>
          </a:p>
        </p:txBody>
      </p:sp>
      <p:sp>
        <p:nvSpPr>
          <p:cNvPr id="16" name="Title 1">
            <a:extLst>
              <a:ext uri="{FF2B5EF4-FFF2-40B4-BE49-F238E27FC236}">
                <a16:creationId xmlns:a16="http://schemas.microsoft.com/office/drawing/2014/main" id="{A33A5205-645E-E740-AC2D-EAB293F92367}"/>
              </a:ext>
            </a:extLst>
          </p:cNvPr>
          <p:cNvSpPr>
            <a:spLocks noGrp="1"/>
          </p:cNvSpPr>
          <p:nvPr>
            <p:ph type="title"/>
          </p:nvPr>
        </p:nvSpPr>
        <p:spPr>
          <a:xfrm>
            <a:off x="590550" y="136525"/>
            <a:ext cx="8020050" cy="587375"/>
          </a:xfrm>
        </p:spPr>
        <p:txBody>
          <a:bodyPr rtlCol="0">
            <a:normAutofit/>
          </a:bodyPr>
          <a:lstStyle/>
          <a:p>
            <a:r>
              <a:rPr lang="en-GB" sz="2800" dirty="0"/>
              <a:t>Methodology</a:t>
            </a:r>
          </a:p>
        </p:txBody>
      </p:sp>
      <p:sp>
        <p:nvSpPr>
          <p:cNvPr id="33" name="Subtitle 2">
            <a:extLst>
              <a:ext uri="{FF2B5EF4-FFF2-40B4-BE49-F238E27FC236}">
                <a16:creationId xmlns:a16="http://schemas.microsoft.com/office/drawing/2014/main" id="{C43FF20F-701D-3A07-24AA-AB192423E240}"/>
              </a:ext>
            </a:extLst>
          </p:cNvPr>
          <p:cNvSpPr>
            <a:spLocks noGrp="1"/>
          </p:cNvSpPr>
          <p:nvPr>
            <p:ph type="body" sz="quarter" idx="13"/>
          </p:nvPr>
        </p:nvSpPr>
        <p:spPr>
          <a:xfrm>
            <a:off x="685801" y="744601"/>
            <a:ext cx="11315700" cy="5732400"/>
          </a:xfrm>
        </p:spPr>
        <p:txBody>
          <a:bodyPr vert="horz" lIns="91440" tIns="45720" rIns="91440" bIns="45720" rtlCol="0" anchor="t">
            <a:noAutofit/>
          </a:bodyPr>
          <a:lstStyle/>
          <a:p>
            <a:endParaRPr lang="en-US" sz="2000" dirty="0">
              <a:latin typeface="Segoe UI" panose="020B0502040204020203" pitchFamily="34" charset="0"/>
              <a:cs typeface="Segoe UI" panose="020B0502040204020203" pitchFamily="34" charset="0"/>
            </a:endParaRPr>
          </a:p>
          <a:p>
            <a:pPr marL="342900" indent="-342900">
              <a:buFont typeface="Arial" panose="020B0604020202020204" pitchFamily="34" charset="0"/>
              <a:buChar char="•"/>
            </a:pPr>
            <a:r>
              <a:rPr lang="en-US" sz="1800" b="1" dirty="0">
                <a:latin typeface="Segoe UI" panose="020B0502040204020203" pitchFamily="34" charset="0"/>
                <a:cs typeface="Segoe UI" panose="020B0502040204020203" pitchFamily="34" charset="0"/>
              </a:rPr>
              <a:t>Validation:</a:t>
            </a:r>
            <a:r>
              <a:rPr lang="en-US" sz="1800" dirty="0">
                <a:latin typeface="Segoe UI" panose="020B0502040204020203" pitchFamily="34" charset="0"/>
                <a:cs typeface="Segoe UI" panose="020B0502040204020203" pitchFamily="34" charset="0"/>
              </a:rPr>
              <a:t> Outliers in the house price dataset were identified and removed using statistical thresholds.</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Integration:</a:t>
            </a:r>
            <a:r>
              <a:rPr lang="en-US" sz="1800" dirty="0">
                <a:latin typeface="Segoe UI" panose="020B0502040204020203" pitchFamily="34" charset="0"/>
                <a:cs typeface="Segoe UI" panose="020B0502040204020203" pitchFamily="34" charset="0"/>
              </a:rPr>
              <a:t> Final datasets were merged by borough and year (2025) for visualization and correlation analysis.</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r>
              <a:rPr lang="en-US" sz="2000" b="1" dirty="0">
                <a:latin typeface="Segoe UI" panose="020B0502040204020203" pitchFamily="34" charset="0"/>
                <a:cs typeface="Segoe UI" panose="020B0502040204020203" pitchFamily="34" charset="0"/>
              </a:rPr>
              <a:t>Analytical Approach</a:t>
            </a:r>
          </a:p>
          <a:p>
            <a:endParaRPr lang="en-US" sz="2000" b="1" dirty="0">
              <a:latin typeface="Segoe UI" panose="020B0502040204020203" pitchFamily="34" charset="0"/>
              <a:cs typeface="Segoe UI" panose="020B0502040204020203" pitchFamily="34" charset="0"/>
            </a:endParaRPr>
          </a:p>
          <a:p>
            <a:r>
              <a:rPr lang="en-US" sz="1800" dirty="0">
                <a:latin typeface="Segoe UI" panose="020B0502040204020203" pitchFamily="34" charset="0"/>
                <a:cs typeface="Segoe UI" panose="020B0502040204020203" pitchFamily="34" charset="0"/>
              </a:rPr>
              <a:t>A </a:t>
            </a:r>
            <a:r>
              <a:rPr lang="en-US" sz="1800" b="1" dirty="0">
                <a:latin typeface="Segoe UI" panose="020B0502040204020203" pitchFamily="34" charset="0"/>
                <a:cs typeface="Segoe UI" panose="020B0502040204020203" pitchFamily="34" charset="0"/>
              </a:rPr>
              <a:t>data-driven, exploratory, and comparative approach</a:t>
            </a:r>
            <a:r>
              <a:rPr lang="en-US" sz="1800" dirty="0">
                <a:latin typeface="Segoe UI" panose="020B0502040204020203" pitchFamily="34" charset="0"/>
                <a:cs typeface="Segoe UI" panose="020B0502040204020203" pitchFamily="34" charset="0"/>
              </a:rPr>
              <a:t> was adopted to understand the interaction between school performance and housing market trends.</a:t>
            </a: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Exploratory Data Analysis (EDA):</a:t>
            </a: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Conducted using Python to </a:t>
            </a:r>
            <a:r>
              <a:rPr lang="en-US" sz="1800" dirty="0" err="1">
                <a:latin typeface="Segoe UI" panose="020B0502040204020203" pitchFamily="34" charset="0"/>
                <a:cs typeface="Segoe UI" panose="020B0502040204020203" pitchFamily="34" charset="0"/>
              </a:rPr>
              <a:t>visualise</a:t>
            </a:r>
            <a:r>
              <a:rPr lang="en-US" sz="1800" dirty="0">
                <a:latin typeface="Segoe UI" panose="020B0502040204020203" pitchFamily="34" charset="0"/>
                <a:cs typeface="Segoe UI" panose="020B0502040204020203" pitchFamily="34" charset="0"/>
              </a:rPr>
              <a:t> </a:t>
            </a:r>
            <a:r>
              <a:rPr lang="en-US" sz="1800" b="1" dirty="0">
                <a:latin typeface="Segoe UI" panose="020B0502040204020203" pitchFamily="34" charset="0"/>
                <a:cs typeface="Segoe UI" panose="020B0502040204020203" pitchFamily="34" charset="0"/>
              </a:rPr>
              <a:t>distributions and relationships,</a:t>
            </a:r>
            <a:r>
              <a:rPr lang="en-US" sz="1800" dirty="0">
                <a:latin typeface="Segoe UI" panose="020B0502040204020203" pitchFamily="34" charset="0"/>
                <a:cs typeface="Segoe UI" panose="020B0502040204020203" pitchFamily="34" charset="0"/>
              </a:rPr>
              <a:t> and to identify borough-level variations in both school ratings and house prices.</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endParaRPr lang="en-GB" sz="18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0842896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A51FBF-5B43-E997-FEB7-EC86EA43F9DC}"/>
            </a:ext>
          </a:extLst>
        </p:cNvPr>
        <p:cNvGrpSpPr/>
        <p:nvPr/>
      </p:nvGrpSpPr>
      <p:grpSpPr>
        <a:xfrm>
          <a:off x="0" y="0"/>
          <a:ext cx="0" cy="0"/>
          <a:chOff x="0" y="0"/>
          <a:chExt cx="0" cy="0"/>
        </a:xfrm>
      </p:grpSpPr>
      <p:sp>
        <p:nvSpPr>
          <p:cNvPr id="13" name="Slide Number Placeholder 12">
            <a:extLst>
              <a:ext uri="{FF2B5EF4-FFF2-40B4-BE49-F238E27FC236}">
                <a16:creationId xmlns:a16="http://schemas.microsoft.com/office/drawing/2014/main" id="{EBA74DC1-58E9-2159-B8DA-01F85684D4F0}"/>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17</a:t>
            </a:fld>
            <a:endParaRPr lang="en-GB"/>
          </a:p>
        </p:txBody>
      </p:sp>
      <p:sp>
        <p:nvSpPr>
          <p:cNvPr id="16" name="Title 1">
            <a:extLst>
              <a:ext uri="{FF2B5EF4-FFF2-40B4-BE49-F238E27FC236}">
                <a16:creationId xmlns:a16="http://schemas.microsoft.com/office/drawing/2014/main" id="{D12EAD8D-AFD5-776D-9CEC-9BCE2BCF915F}"/>
              </a:ext>
            </a:extLst>
          </p:cNvPr>
          <p:cNvSpPr>
            <a:spLocks noGrp="1"/>
          </p:cNvSpPr>
          <p:nvPr>
            <p:ph type="title"/>
          </p:nvPr>
        </p:nvSpPr>
        <p:spPr>
          <a:xfrm>
            <a:off x="590550" y="136525"/>
            <a:ext cx="8020050" cy="587375"/>
          </a:xfrm>
        </p:spPr>
        <p:txBody>
          <a:bodyPr rtlCol="0">
            <a:normAutofit/>
          </a:bodyPr>
          <a:lstStyle/>
          <a:p>
            <a:r>
              <a:rPr lang="en-GB" sz="2800" dirty="0"/>
              <a:t>Methodology</a:t>
            </a:r>
          </a:p>
        </p:txBody>
      </p:sp>
      <p:sp>
        <p:nvSpPr>
          <p:cNvPr id="33" name="Subtitle 2">
            <a:extLst>
              <a:ext uri="{FF2B5EF4-FFF2-40B4-BE49-F238E27FC236}">
                <a16:creationId xmlns:a16="http://schemas.microsoft.com/office/drawing/2014/main" id="{2E4610F7-A205-68B1-FE5E-C81FC276D161}"/>
              </a:ext>
            </a:extLst>
          </p:cNvPr>
          <p:cNvSpPr>
            <a:spLocks noGrp="1"/>
          </p:cNvSpPr>
          <p:nvPr>
            <p:ph type="body" sz="quarter" idx="13"/>
          </p:nvPr>
        </p:nvSpPr>
        <p:spPr>
          <a:xfrm>
            <a:off x="685801" y="744601"/>
            <a:ext cx="11315700" cy="5732400"/>
          </a:xfrm>
        </p:spPr>
        <p:txBody>
          <a:bodyPr vert="horz" lIns="91440" tIns="45720" rIns="91440" bIns="45720" rtlCol="0" anchor="t">
            <a:noAutofit/>
          </a:bodyPr>
          <a:lstStyle/>
          <a:p>
            <a:r>
              <a:rPr lang="en-US" sz="1800" b="1" dirty="0">
                <a:latin typeface="Segoe UI" panose="020B0502040204020203" pitchFamily="34" charset="0"/>
                <a:cs typeface="Segoe UI" panose="020B0502040204020203" pitchFamily="34" charset="0"/>
              </a:rPr>
              <a:t>Comparative Analysis:</a:t>
            </a:r>
          </a:p>
          <a:p>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Evaluated differences across </a:t>
            </a:r>
            <a:r>
              <a:rPr lang="en-US" sz="1800" b="1" dirty="0">
                <a:latin typeface="Segoe UI" panose="020B0502040204020203" pitchFamily="34" charset="0"/>
                <a:cs typeface="Segoe UI" panose="020B0502040204020203" pitchFamily="34" charset="0"/>
              </a:rPr>
              <a:t>31 London boroughs</a:t>
            </a:r>
            <a:r>
              <a:rPr lang="en-US" sz="1800" dirty="0">
                <a:latin typeface="Segoe UI" panose="020B0502040204020203" pitchFamily="34" charset="0"/>
                <a:cs typeface="Segoe UI" panose="020B0502040204020203" pitchFamily="34" charset="0"/>
              </a:rPr>
              <a:t>, focusing on:</a:t>
            </a:r>
          </a:p>
          <a:p>
            <a:pPr marL="742950" lvl="1"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The proportion of schools rated “Outstanding” or “Good”.</a:t>
            </a:r>
          </a:p>
          <a:p>
            <a:pPr marL="742950" lvl="1"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Corresponding house price averages  (2025).</a:t>
            </a:r>
          </a:p>
          <a:p>
            <a:pPr marL="742950" lvl="1"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Variations between </a:t>
            </a:r>
            <a:r>
              <a:rPr lang="en-US" sz="1800" b="1" dirty="0">
                <a:latin typeface="Segoe UI" panose="020B0502040204020203" pitchFamily="34" charset="0"/>
                <a:cs typeface="Segoe UI" panose="020B0502040204020203" pitchFamily="34" charset="0"/>
              </a:rPr>
              <a:t>primary</a:t>
            </a:r>
            <a:r>
              <a:rPr lang="en-US" sz="1800" dirty="0">
                <a:latin typeface="Segoe UI" panose="020B0502040204020203" pitchFamily="34" charset="0"/>
                <a:cs typeface="Segoe UI" panose="020B0502040204020203" pitchFamily="34" charset="0"/>
              </a:rPr>
              <a:t> and </a:t>
            </a:r>
            <a:r>
              <a:rPr lang="en-US" sz="1800" b="1" dirty="0">
                <a:latin typeface="Segoe UI" panose="020B0502040204020203" pitchFamily="34" charset="0"/>
                <a:cs typeface="Segoe UI" panose="020B0502040204020203" pitchFamily="34" charset="0"/>
              </a:rPr>
              <a:t>secondary</a:t>
            </a:r>
            <a:r>
              <a:rPr lang="en-US" sz="1800" dirty="0">
                <a:latin typeface="Segoe UI" panose="020B0502040204020203" pitchFamily="34" charset="0"/>
                <a:cs typeface="Segoe UI" panose="020B0502040204020203" pitchFamily="34" charset="0"/>
              </a:rPr>
              <a:t> school performance.</a:t>
            </a:r>
          </a:p>
          <a:p>
            <a:pPr marL="742950" lvl="1"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r>
              <a:rPr lang="en-US" sz="1800" b="1" dirty="0">
                <a:latin typeface="Segoe UI" panose="020B0502040204020203" pitchFamily="34" charset="0"/>
                <a:cs typeface="Segoe UI" panose="020B0502040204020203" pitchFamily="34" charset="0"/>
              </a:rPr>
              <a:t>Correlation Analysis:</a:t>
            </a:r>
          </a:p>
          <a:p>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Applied </a:t>
            </a:r>
            <a:r>
              <a:rPr lang="en-US" sz="1800" b="1" dirty="0">
                <a:latin typeface="Segoe UI" panose="020B0502040204020203" pitchFamily="34" charset="0"/>
                <a:cs typeface="Segoe UI" panose="020B0502040204020203" pitchFamily="34" charset="0"/>
              </a:rPr>
              <a:t>Pearson’s correlation coefficient</a:t>
            </a:r>
            <a:r>
              <a:rPr lang="en-US" sz="1800" dirty="0">
                <a:latin typeface="Segoe UI" panose="020B0502040204020203" pitchFamily="34" charset="0"/>
                <a:cs typeface="Segoe UI" panose="020B0502040204020203" pitchFamily="34" charset="0"/>
              </a:rPr>
              <a:t> to measure the relationship between school quality (% Outstanding/Good schools) and borough-level average house prices.</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endParaRPr lang="en-GB" sz="18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52851802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DD26A8-5B66-963C-B028-29BF29791E2B}"/>
            </a:ext>
          </a:extLst>
        </p:cNvPr>
        <p:cNvGrpSpPr/>
        <p:nvPr/>
      </p:nvGrpSpPr>
      <p:grpSpPr>
        <a:xfrm>
          <a:off x="0" y="0"/>
          <a:ext cx="0" cy="0"/>
          <a:chOff x="0" y="0"/>
          <a:chExt cx="0" cy="0"/>
        </a:xfrm>
      </p:grpSpPr>
      <p:sp>
        <p:nvSpPr>
          <p:cNvPr id="13" name="Slide Number Placeholder 12">
            <a:extLst>
              <a:ext uri="{FF2B5EF4-FFF2-40B4-BE49-F238E27FC236}">
                <a16:creationId xmlns:a16="http://schemas.microsoft.com/office/drawing/2014/main" id="{4526AC86-3175-9E6B-4854-22868DC2DE43}"/>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18</a:t>
            </a:fld>
            <a:endParaRPr lang="en-GB"/>
          </a:p>
        </p:txBody>
      </p:sp>
      <p:sp>
        <p:nvSpPr>
          <p:cNvPr id="16" name="Title 1">
            <a:extLst>
              <a:ext uri="{FF2B5EF4-FFF2-40B4-BE49-F238E27FC236}">
                <a16:creationId xmlns:a16="http://schemas.microsoft.com/office/drawing/2014/main" id="{9E133EA8-39F4-6DB5-3842-A17132BDB93B}"/>
              </a:ext>
            </a:extLst>
          </p:cNvPr>
          <p:cNvSpPr>
            <a:spLocks noGrp="1"/>
          </p:cNvSpPr>
          <p:nvPr>
            <p:ph type="title"/>
          </p:nvPr>
        </p:nvSpPr>
        <p:spPr>
          <a:xfrm>
            <a:off x="590550" y="136525"/>
            <a:ext cx="8020050" cy="587375"/>
          </a:xfrm>
        </p:spPr>
        <p:txBody>
          <a:bodyPr rtlCol="0">
            <a:normAutofit/>
          </a:bodyPr>
          <a:lstStyle/>
          <a:p>
            <a:r>
              <a:rPr lang="en-GB" sz="2800" dirty="0"/>
              <a:t>Methodology</a:t>
            </a:r>
          </a:p>
        </p:txBody>
      </p:sp>
      <p:sp>
        <p:nvSpPr>
          <p:cNvPr id="33" name="Subtitle 2">
            <a:extLst>
              <a:ext uri="{FF2B5EF4-FFF2-40B4-BE49-F238E27FC236}">
                <a16:creationId xmlns:a16="http://schemas.microsoft.com/office/drawing/2014/main" id="{B5CD3997-C3AE-75C9-E9A6-979F43972944}"/>
              </a:ext>
            </a:extLst>
          </p:cNvPr>
          <p:cNvSpPr>
            <a:spLocks noGrp="1"/>
          </p:cNvSpPr>
          <p:nvPr>
            <p:ph type="body" sz="quarter" idx="13"/>
          </p:nvPr>
        </p:nvSpPr>
        <p:spPr>
          <a:xfrm>
            <a:off x="685801" y="871601"/>
            <a:ext cx="11315700" cy="5732400"/>
          </a:xfrm>
        </p:spPr>
        <p:txBody>
          <a:bodyPr vert="horz" lIns="91440" tIns="45720" rIns="91440" bIns="45720" rtlCol="0" anchor="t">
            <a:noAutofit/>
          </a:bodyPr>
          <a:lstStyle/>
          <a:p>
            <a:r>
              <a:rPr lang="en-US" sz="2000" b="1" dirty="0">
                <a:latin typeface="Segoe UI" panose="020B0502040204020203" pitchFamily="34" charset="0"/>
                <a:cs typeface="Segoe UI" panose="020B0502040204020203" pitchFamily="34" charset="0"/>
              </a:rPr>
              <a:t>Visual Analytics in Tableau:</a:t>
            </a:r>
          </a:p>
          <a:p>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Multiple visualization types were created to uncover spatial and temporal insights:</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Bar Charts:</a:t>
            </a:r>
            <a:r>
              <a:rPr lang="en-US" sz="1800" dirty="0">
                <a:latin typeface="Segoe UI" panose="020B0502040204020203" pitchFamily="34" charset="0"/>
                <a:cs typeface="Segoe UI" panose="020B0502040204020203" pitchFamily="34" charset="0"/>
              </a:rPr>
              <a:t> Compared boroughs by the number of schools in each Ofsted category.</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Heat Maps:</a:t>
            </a:r>
            <a:r>
              <a:rPr lang="en-US" sz="1800" dirty="0">
                <a:latin typeface="Segoe UI" panose="020B0502040204020203" pitchFamily="34" charset="0"/>
                <a:cs typeface="Segoe UI" panose="020B0502040204020203" pitchFamily="34" charset="0"/>
              </a:rPr>
              <a:t> Highlighted variation in housing prices from 2015-2025.</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Dual-Axis Charts:</a:t>
            </a:r>
            <a:r>
              <a:rPr lang="en-US" sz="1800" dirty="0">
                <a:latin typeface="Segoe UI" panose="020B0502040204020203" pitchFamily="34" charset="0"/>
                <a:cs typeface="Segoe UI" panose="020B0502040204020203" pitchFamily="34" charset="0"/>
              </a:rPr>
              <a:t> Displayed both </a:t>
            </a:r>
            <a:r>
              <a:rPr lang="en-US" sz="1800" b="1" dirty="0">
                <a:latin typeface="Segoe UI" panose="020B0502040204020203" pitchFamily="34" charset="0"/>
                <a:cs typeface="Segoe UI" panose="020B0502040204020203" pitchFamily="34" charset="0"/>
              </a:rPr>
              <a:t>average house prices</a:t>
            </a:r>
            <a:r>
              <a:rPr lang="en-US" sz="1800" dirty="0">
                <a:latin typeface="Segoe UI" panose="020B0502040204020203" pitchFamily="34" charset="0"/>
                <a:cs typeface="Segoe UI" panose="020B0502040204020203" pitchFamily="34" charset="0"/>
              </a:rPr>
              <a:t> and </a:t>
            </a:r>
            <a:r>
              <a:rPr lang="en-US" sz="1800" b="1" dirty="0">
                <a:latin typeface="Segoe UI" panose="020B0502040204020203" pitchFamily="34" charset="0"/>
                <a:cs typeface="Segoe UI" panose="020B0502040204020203" pitchFamily="34" charset="0"/>
              </a:rPr>
              <a:t>% Outstanding Primary and Secondary schools </a:t>
            </a:r>
            <a:r>
              <a:rPr lang="en-US" sz="1800" dirty="0">
                <a:latin typeface="Segoe UI" panose="020B0502040204020203" pitchFamily="34" charset="0"/>
                <a:cs typeface="Segoe UI" panose="020B0502040204020203" pitchFamily="34" charset="0"/>
              </a:rPr>
              <a:t> across the 31 London boroughs to identify parallel trends.</a:t>
            </a:r>
          </a:p>
          <a:p>
            <a:endParaRPr lang="en-US" sz="1800" dirty="0">
              <a:latin typeface="Segoe UI" panose="020B0502040204020203" pitchFamily="34" charset="0"/>
              <a:cs typeface="Segoe UI" panose="020B0502040204020203" pitchFamily="34" charset="0"/>
            </a:endParaRPr>
          </a:p>
          <a:p>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endParaRPr lang="en-GB" sz="18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124028618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324DC7-407A-B37D-4E2F-103573559A6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4A3D53D-8AC9-D82C-9271-E4E4823333BF}"/>
              </a:ext>
            </a:extLst>
          </p:cNvPr>
          <p:cNvSpPr>
            <a:spLocks noGrp="1"/>
          </p:cNvSpPr>
          <p:nvPr>
            <p:ph type="title"/>
          </p:nvPr>
        </p:nvSpPr>
        <p:spPr>
          <a:xfrm>
            <a:off x="831850" y="4672584"/>
            <a:ext cx="10515600" cy="1299411"/>
          </a:xfrm>
        </p:spPr>
        <p:txBody>
          <a:bodyPr rtlCol="0"/>
          <a:lstStyle/>
          <a:p>
            <a:pPr rtl="0"/>
            <a:r>
              <a:rPr lang="en-GB" dirty="0"/>
              <a:t>Results</a:t>
            </a:r>
          </a:p>
        </p:txBody>
      </p:sp>
    </p:spTree>
    <p:extLst>
      <p:ext uri="{BB962C8B-B14F-4D97-AF65-F5344CB8AC3E}">
        <p14:creationId xmlns:p14="http://schemas.microsoft.com/office/powerpoint/2010/main" val="135117211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7FCC4635-AC37-6680-EA1A-FD65F3F8D490}"/>
              </a:ext>
            </a:extLst>
          </p:cNvPr>
          <p:cNvSpPr>
            <a:spLocks noGrp="1"/>
          </p:cNvSpPr>
          <p:nvPr>
            <p:ph type="sldNum" sz="quarter" idx="12"/>
          </p:nvPr>
        </p:nvSpPr>
        <p:spPr/>
        <p:txBody>
          <a:bodyPr/>
          <a:lstStyle/>
          <a:p>
            <a:pPr rtl="0"/>
            <a:fld id="{B5CEABB6-07DC-46E8-9B57-56EC44A396E5}" type="slidenum">
              <a:rPr lang="en-GB" noProof="0" smtClean="0"/>
              <a:t>20</a:t>
            </a:fld>
            <a:endParaRPr lang="en-GB" noProof="0"/>
          </a:p>
        </p:txBody>
      </p:sp>
      <p:sp>
        <p:nvSpPr>
          <p:cNvPr id="10" name="Title 1">
            <a:extLst>
              <a:ext uri="{FF2B5EF4-FFF2-40B4-BE49-F238E27FC236}">
                <a16:creationId xmlns:a16="http://schemas.microsoft.com/office/drawing/2014/main" id="{F0A51D78-5E7C-CF34-CAEA-CA1843E95673}"/>
              </a:ext>
            </a:extLst>
          </p:cNvPr>
          <p:cNvSpPr>
            <a:spLocks noGrp="1"/>
          </p:cNvSpPr>
          <p:nvPr>
            <p:ph type="title"/>
          </p:nvPr>
        </p:nvSpPr>
        <p:spPr>
          <a:xfrm>
            <a:off x="1327150" y="136525"/>
            <a:ext cx="8020050" cy="587375"/>
          </a:xfrm>
        </p:spPr>
        <p:txBody>
          <a:bodyPr rtlCol="0">
            <a:normAutofit/>
          </a:bodyPr>
          <a:lstStyle/>
          <a:p>
            <a:pPr algn="ctr"/>
            <a:r>
              <a:rPr lang="en-GB" sz="2800" dirty="0"/>
              <a:t>Number of State Schools</a:t>
            </a:r>
          </a:p>
        </p:txBody>
      </p:sp>
      <p:pic>
        <p:nvPicPr>
          <p:cNvPr id="13" name="Picture 12">
            <a:extLst>
              <a:ext uri="{FF2B5EF4-FFF2-40B4-BE49-F238E27FC236}">
                <a16:creationId xmlns:a16="http://schemas.microsoft.com/office/drawing/2014/main" id="{75D2FC2F-42FB-D388-39FB-AD062FF7A057}"/>
              </a:ext>
            </a:extLst>
          </p:cNvPr>
          <p:cNvPicPr>
            <a:picLocks noChangeAspect="1"/>
          </p:cNvPicPr>
          <p:nvPr/>
        </p:nvPicPr>
        <p:blipFill>
          <a:blip r:embed="rId2"/>
          <a:stretch>
            <a:fillRect/>
          </a:stretch>
        </p:blipFill>
        <p:spPr>
          <a:xfrm>
            <a:off x="1479340" y="1146175"/>
            <a:ext cx="9290260" cy="5420526"/>
          </a:xfrm>
          <a:prstGeom prst="rect">
            <a:avLst/>
          </a:prstGeom>
        </p:spPr>
      </p:pic>
    </p:spTree>
    <p:extLst>
      <p:ext uri="{BB962C8B-B14F-4D97-AF65-F5344CB8AC3E}">
        <p14:creationId xmlns:p14="http://schemas.microsoft.com/office/powerpoint/2010/main" val="136861126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501D48-AAC8-1203-BB02-AACEB529C937}"/>
            </a:ext>
          </a:extLst>
        </p:cNvPr>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65EE77F4-8597-106E-B10C-B02C835334B1}"/>
              </a:ext>
            </a:extLst>
          </p:cNvPr>
          <p:cNvSpPr>
            <a:spLocks noGrp="1"/>
          </p:cNvSpPr>
          <p:nvPr>
            <p:ph type="sldNum" sz="quarter" idx="12"/>
          </p:nvPr>
        </p:nvSpPr>
        <p:spPr/>
        <p:txBody>
          <a:bodyPr/>
          <a:lstStyle/>
          <a:p>
            <a:pPr rtl="0"/>
            <a:fld id="{B5CEABB6-07DC-46E8-9B57-56EC44A396E5}" type="slidenum">
              <a:rPr lang="en-GB" noProof="0" smtClean="0"/>
              <a:t>21</a:t>
            </a:fld>
            <a:endParaRPr lang="en-GB" noProof="0"/>
          </a:p>
        </p:txBody>
      </p:sp>
      <p:sp>
        <p:nvSpPr>
          <p:cNvPr id="10" name="Title 1">
            <a:extLst>
              <a:ext uri="{FF2B5EF4-FFF2-40B4-BE49-F238E27FC236}">
                <a16:creationId xmlns:a16="http://schemas.microsoft.com/office/drawing/2014/main" id="{0ED38D4D-6D18-1C2D-4191-A69580B68D38}"/>
              </a:ext>
            </a:extLst>
          </p:cNvPr>
          <p:cNvSpPr>
            <a:spLocks noGrp="1"/>
          </p:cNvSpPr>
          <p:nvPr>
            <p:ph type="title"/>
          </p:nvPr>
        </p:nvSpPr>
        <p:spPr>
          <a:xfrm>
            <a:off x="2178050" y="136525"/>
            <a:ext cx="8020050" cy="587375"/>
          </a:xfrm>
        </p:spPr>
        <p:txBody>
          <a:bodyPr rtlCol="0">
            <a:normAutofit/>
          </a:bodyPr>
          <a:lstStyle/>
          <a:p>
            <a:pPr algn="l"/>
            <a:r>
              <a:rPr lang="en-GB" sz="2400" dirty="0"/>
              <a:t>State PRIMARY Schools BY OFSTED RATING</a:t>
            </a:r>
          </a:p>
        </p:txBody>
      </p:sp>
      <p:pic>
        <p:nvPicPr>
          <p:cNvPr id="3" name="Picture 2">
            <a:extLst>
              <a:ext uri="{FF2B5EF4-FFF2-40B4-BE49-F238E27FC236}">
                <a16:creationId xmlns:a16="http://schemas.microsoft.com/office/drawing/2014/main" id="{2883D5BC-38D1-CC54-DF3B-4E3B07C73227}"/>
              </a:ext>
            </a:extLst>
          </p:cNvPr>
          <p:cNvPicPr>
            <a:picLocks noChangeAspect="1"/>
          </p:cNvPicPr>
          <p:nvPr/>
        </p:nvPicPr>
        <p:blipFill>
          <a:blip r:embed="rId2"/>
          <a:stretch>
            <a:fillRect/>
          </a:stretch>
        </p:blipFill>
        <p:spPr>
          <a:xfrm>
            <a:off x="1066800" y="584863"/>
            <a:ext cx="10534650" cy="6136612"/>
          </a:xfrm>
          <a:prstGeom prst="rect">
            <a:avLst/>
          </a:prstGeom>
        </p:spPr>
      </p:pic>
    </p:spTree>
    <p:extLst>
      <p:ext uri="{BB962C8B-B14F-4D97-AF65-F5344CB8AC3E}">
        <p14:creationId xmlns:p14="http://schemas.microsoft.com/office/powerpoint/2010/main" val="47489279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368F3C-E6A7-A411-4A04-B23782C9494C}"/>
            </a:ext>
          </a:extLst>
        </p:cNvPr>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F22726A-BE5D-7055-3239-F65E1AD5AA71}"/>
              </a:ext>
            </a:extLst>
          </p:cNvPr>
          <p:cNvSpPr>
            <a:spLocks noGrp="1"/>
          </p:cNvSpPr>
          <p:nvPr>
            <p:ph type="sldNum" sz="quarter" idx="12"/>
          </p:nvPr>
        </p:nvSpPr>
        <p:spPr/>
        <p:txBody>
          <a:bodyPr/>
          <a:lstStyle/>
          <a:p>
            <a:pPr rtl="0"/>
            <a:fld id="{B5CEABB6-07DC-46E8-9B57-56EC44A396E5}" type="slidenum">
              <a:rPr lang="en-GB" noProof="0" smtClean="0"/>
              <a:t>22</a:t>
            </a:fld>
            <a:endParaRPr lang="en-GB" noProof="0"/>
          </a:p>
        </p:txBody>
      </p:sp>
      <p:sp>
        <p:nvSpPr>
          <p:cNvPr id="10" name="Title 1">
            <a:extLst>
              <a:ext uri="{FF2B5EF4-FFF2-40B4-BE49-F238E27FC236}">
                <a16:creationId xmlns:a16="http://schemas.microsoft.com/office/drawing/2014/main" id="{25EF9D29-3583-7EC2-01B6-D79DBB832D7F}"/>
              </a:ext>
            </a:extLst>
          </p:cNvPr>
          <p:cNvSpPr>
            <a:spLocks noGrp="1"/>
          </p:cNvSpPr>
          <p:nvPr>
            <p:ph type="title"/>
          </p:nvPr>
        </p:nvSpPr>
        <p:spPr>
          <a:xfrm>
            <a:off x="1174750" y="136525"/>
            <a:ext cx="8020050" cy="587375"/>
          </a:xfrm>
        </p:spPr>
        <p:txBody>
          <a:bodyPr rtlCol="0">
            <a:normAutofit/>
          </a:bodyPr>
          <a:lstStyle/>
          <a:p>
            <a:pPr algn="l"/>
            <a:r>
              <a:rPr lang="en-GB" sz="2400" dirty="0"/>
              <a:t>State SECONDARY Schools BY OFSTED RATING</a:t>
            </a:r>
          </a:p>
        </p:txBody>
      </p:sp>
      <p:pic>
        <p:nvPicPr>
          <p:cNvPr id="4" name="Picture 3">
            <a:extLst>
              <a:ext uri="{FF2B5EF4-FFF2-40B4-BE49-F238E27FC236}">
                <a16:creationId xmlns:a16="http://schemas.microsoft.com/office/drawing/2014/main" id="{76028C17-27F2-965A-6E25-B443006E5040}"/>
              </a:ext>
            </a:extLst>
          </p:cNvPr>
          <p:cNvPicPr>
            <a:picLocks noChangeAspect="1"/>
          </p:cNvPicPr>
          <p:nvPr/>
        </p:nvPicPr>
        <p:blipFill>
          <a:blip r:embed="rId2"/>
          <a:stretch>
            <a:fillRect/>
          </a:stretch>
        </p:blipFill>
        <p:spPr>
          <a:xfrm>
            <a:off x="777658" y="822191"/>
            <a:ext cx="9509342" cy="5883324"/>
          </a:xfrm>
          <a:prstGeom prst="rect">
            <a:avLst/>
          </a:prstGeom>
        </p:spPr>
      </p:pic>
    </p:spTree>
    <p:extLst>
      <p:ext uri="{BB962C8B-B14F-4D97-AF65-F5344CB8AC3E}">
        <p14:creationId xmlns:p14="http://schemas.microsoft.com/office/powerpoint/2010/main" val="314212887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304291-9465-6EC4-FD07-AFDA24DD1A2E}"/>
            </a:ext>
          </a:extLst>
        </p:cNvPr>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7021B7EA-E648-157A-F6AA-56492281C4F5}"/>
              </a:ext>
            </a:extLst>
          </p:cNvPr>
          <p:cNvSpPr>
            <a:spLocks noGrp="1"/>
          </p:cNvSpPr>
          <p:nvPr>
            <p:ph type="sldNum" sz="quarter" idx="12"/>
          </p:nvPr>
        </p:nvSpPr>
        <p:spPr/>
        <p:txBody>
          <a:bodyPr/>
          <a:lstStyle/>
          <a:p>
            <a:pPr rtl="0"/>
            <a:fld id="{B5CEABB6-07DC-46E8-9B57-56EC44A396E5}" type="slidenum">
              <a:rPr lang="en-GB" noProof="0" smtClean="0"/>
              <a:t>23</a:t>
            </a:fld>
            <a:endParaRPr lang="en-GB" noProof="0"/>
          </a:p>
        </p:txBody>
      </p:sp>
      <p:sp>
        <p:nvSpPr>
          <p:cNvPr id="10" name="Title 1">
            <a:extLst>
              <a:ext uri="{FF2B5EF4-FFF2-40B4-BE49-F238E27FC236}">
                <a16:creationId xmlns:a16="http://schemas.microsoft.com/office/drawing/2014/main" id="{AD1AEC16-0C97-B56F-9E82-37B57BA6EA7E}"/>
              </a:ext>
            </a:extLst>
          </p:cNvPr>
          <p:cNvSpPr>
            <a:spLocks noGrp="1"/>
          </p:cNvSpPr>
          <p:nvPr>
            <p:ph type="title"/>
          </p:nvPr>
        </p:nvSpPr>
        <p:spPr>
          <a:xfrm>
            <a:off x="2305050" y="136525"/>
            <a:ext cx="8020050" cy="587375"/>
          </a:xfrm>
        </p:spPr>
        <p:txBody>
          <a:bodyPr rtlCol="0">
            <a:normAutofit/>
          </a:bodyPr>
          <a:lstStyle/>
          <a:p>
            <a:pPr algn="l"/>
            <a:r>
              <a:rPr lang="en-GB" sz="2400" dirty="0"/>
              <a:t>AVERAGE HOUSE PRICES IN 2025</a:t>
            </a:r>
          </a:p>
        </p:txBody>
      </p:sp>
      <p:pic>
        <p:nvPicPr>
          <p:cNvPr id="3" name="Picture 2">
            <a:extLst>
              <a:ext uri="{FF2B5EF4-FFF2-40B4-BE49-F238E27FC236}">
                <a16:creationId xmlns:a16="http://schemas.microsoft.com/office/drawing/2014/main" id="{7A5E38A8-2F85-B09C-B7E8-232DA9CA03E7}"/>
              </a:ext>
            </a:extLst>
          </p:cNvPr>
          <p:cNvPicPr>
            <a:picLocks noChangeAspect="1"/>
          </p:cNvPicPr>
          <p:nvPr/>
        </p:nvPicPr>
        <p:blipFill>
          <a:blip r:embed="rId2"/>
          <a:stretch>
            <a:fillRect/>
          </a:stretch>
        </p:blipFill>
        <p:spPr>
          <a:xfrm>
            <a:off x="752258" y="904756"/>
            <a:ext cx="9369730" cy="5089643"/>
          </a:xfrm>
          <a:prstGeom prst="rect">
            <a:avLst/>
          </a:prstGeom>
        </p:spPr>
      </p:pic>
    </p:spTree>
    <p:extLst>
      <p:ext uri="{BB962C8B-B14F-4D97-AF65-F5344CB8AC3E}">
        <p14:creationId xmlns:p14="http://schemas.microsoft.com/office/powerpoint/2010/main" val="406817552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397682-BEE6-30D4-B244-4964072B172B}"/>
            </a:ext>
          </a:extLst>
        </p:cNvPr>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7BA03E59-733D-ACCE-AB75-7D874AF338CF}"/>
              </a:ext>
            </a:extLst>
          </p:cNvPr>
          <p:cNvSpPr>
            <a:spLocks noGrp="1"/>
          </p:cNvSpPr>
          <p:nvPr>
            <p:ph type="sldNum" sz="quarter" idx="12"/>
          </p:nvPr>
        </p:nvSpPr>
        <p:spPr/>
        <p:txBody>
          <a:bodyPr/>
          <a:lstStyle/>
          <a:p>
            <a:pPr rtl="0"/>
            <a:fld id="{B5CEABB6-07DC-46E8-9B57-56EC44A396E5}" type="slidenum">
              <a:rPr lang="en-GB" noProof="0" smtClean="0"/>
              <a:t>24</a:t>
            </a:fld>
            <a:endParaRPr lang="en-GB" noProof="0"/>
          </a:p>
        </p:txBody>
      </p:sp>
      <p:sp>
        <p:nvSpPr>
          <p:cNvPr id="10" name="Title 1">
            <a:extLst>
              <a:ext uri="{FF2B5EF4-FFF2-40B4-BE49-F238E27FC236}">
                <a16:creationId xmlns:a16="http://schemas.microsoft.com/office/drawing/2014/main" id="{848F56FC-245D-579C-1279-4CFB4F245660}"/>
              </a:ext>
            </a:extLst>
          </p:cNvPr>
          <p:cNvSpPr>
            <a:spLocks noGrp="1"/>
          </p:cNvSpPr>
          <p:nvPr>
            <p:ph type="title"/>
          </p:nvPr>
        </p:nvSpPr>
        <p:spPr>
          <a:xfrm>
            <a:off x="1974850" y="136525"/>
            <a:ext cx="8020050" cy="587375"/>
          </a:xfrm>
        </p:spPr>
        <p:txBody>
          <a:bodyPr rtlCol="0">
            <a:normAutofit fontScale="90000"/>
          </a:bodyPr>
          <a:lstStyle/>
          <a:p>
            <a:pPr algn="l"/>
            <a:r>
              <a:rPr lang="en-GB" sz="2400" dirty="0"/>
              <a:t>VARIATION IN AVERAGE HOUSE PRICES (2015-2025)</a:t>
            </a:r>
          </a:p>
        </p:txBody>
      </p:sp>
      <p:pic>
        <p:nvPicPr>
          <p:cNvPr id="4" name="Picture 3">
            <a:extLst>
              <a:ext uri="{FF2B5EF4-FFF2-40B4-BE49-F238E27FC236}">
                <a16:creationId xmlns:a16="http://schemas.microsoft.com/office/drawing/2014/main" id="{F7F6CAC5-EBB9-0AA0-C550-53A7A484B0FC}"/>
              </a:ext>
            </a:extLst>
          </p:cNvPr>
          <p:cNvPicPr>
            <a:picLocks noChangeAspect="1"/>
          </p:cNvPicPr>
          <p:nvPr/>
        </p:nvPicPr>
        <p:blipFill>
          <a:blip r:embed="rId2"/>
          <a:stretch>
            <a:fillRect/>
          </a:stretch>
        </p:blipFill>
        <p:spPr>
          <a:xfrm>
            <a:off x="590549" y="723899"/>
            <a:ext cx="10344151" cy="6063813"/>
          </a:xfrm>
          <a:prstGeom prst="rect">
            <a:avLst/>
          </a:prstGeom>
        </p:spPr>
      </p:pic>
    </p:spTree>
    <p:extLst>
      <p:ext uri="{BB962C8B-B14F-4D97-AF65-F5344CB8AC3E}">
        <p14:creationId xmlns:p14="http://schemas.microsoft.com/office/powerpoint/2010/main" val="410600676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BA6F27-5065-A4C5-2543-31634D9ED13F}"/>
            </a:ext>
          </a:extLst>
        </p:cNvPr>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EF89BAD6-FA76-C6E0-515F-605EA59BC31E}"/>
              </a:ext>
            </a:extLst>
          </p:cNvPr>
          <p:cNvSpPr>
            <a:spLocks noGrp="1"/>
          </p:cNvSpPr>
          <p:nvPr>
            <p:ph type="sldNum" sz="quarter" idx="12"/>
          </p:nvPr>
        </p:nvSpPr>
        <p:spPr/>
        <p:txBody>
          <a:bodyPr/>
          <a:lstStyle/>
          <a:p>
            <a:pPr rtl="0"/>
            <a:fld id="{B5CEABB6-07DC-46E8-9B57-56EC44A396E5}" type="slidenum">
              <a:rPr lang="en-GB" noProof="0" smtClean="0"/>
              <a:t>25</a:t>
            </a:fld>
            <a:endParaRPr lang="en-GB" noProof="0"/>
          </a:p>
        </p:txBody>
      </p:sp>
      <p:sp>
        <p:nvSpPr>
          <p:cNvPr id="10" name="Title 1">
            <a:extLst>
              <a:ext uri="{FF2B5EF4-FFF2-40B4-BE49-F238E27FC236}">
                <a16:creationId xmlns:a16="http://schemas.microsoft.com/office/drawing/2014/main" id="{7F8E9F7E-7130-184F-7ACC-3315EDEC8D02}"/>
              </a:ext>
            </a:extLst>
          </p:cNvPr>
          <p:cNvSpPr>
            <a:spLocks noGrp="1"/>
          </p:cNvSpPr>
          <p:nvPr>
            <p:ph type="title"/>
          </p:nvPr>
        </p:nvSpPr>
        <p:spPr>
          <a:xfrm>
            <a:off x="1498600" y="136525"/>
            <a:ext cx="8496300" cy="587375"/>
          </a:xfrm>
        </p:spPr>
        <p:txBody>
          <a:bodyPr rtlCol="0">
            <a:normAutofit fontScale="90000"/>
          </a:bodyPr>
          <a:lstStyle/>
          <a:p>
            <a:pPr algn="l"/>
            <a:r>
              <a:rPr lang="en-GB" sz="2400" dirty="0"/>
              <a:t>IMPACT OF School QUALITY ON HOUSE PRICES (2025)</a:t>
            </a:r>
          </a:p>
        </p:txBody>
      </p:sp>
      <p:pic>
        <p:nvPicPr>
          <p:cNvPr id="3" name="Picture 2">
            <a:extLst>
              <a:ext uri="{FF2B5EF4-FFF2-40B4-BE49-F238E27FC236}">
                <a16:creationId xmlns:a16="http://schemas.microsoft.com/office/drawing/2014/main" id="{86C92C0E-F034-C9EF-BA0B-3700A66B2CD4}"/>
              </a:ext>
            </a:extLst>
          </p:cNvPr>
          <p:cNvPicPr>
            <a:picLocks noChangeAspect="1"/>
          </p:cNvPicPr>
          <p:nvPr/>
        </p:nvPicPr>
        <p:blipFill>
          <a:blip r:embed="rId2"/>
          <a:stretch>
            <a:fillRect/>
          </a:stretch>
        </p:blipFill>
        <p:spPr>
          <a:xfrm>
            <a:off x="590549" y="822199"/>
            <a:ext cx="10295115" cy="5899276"/>
          </a:xfrm>
          <a:prstGeom prst="rect">
            <a:avLst/>
          </a:prstGeom>
        </p:spPr>
      </p:pic>
    </p:spTree>
    <p:extLst>
      <p:ext uri="{BB962C8B-B14F-4D97-AF65-F5344CB8AC3E}">
        <p14:creationId xmlns:p14="http://schemas.microsoft.com/office/powerpoint/2010/main" val="271102936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D1D555-C723-DA18-69D6-C3612C5A46E8}"/>
            </a:ext>
          </a:extLst>
        </p:cNvPr>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2F38798-4837-CECD-896D-97010019E09F}"/>
              </a:ext>
            </a:extLst>
          </p:cNvPr>
          <p:cNvSpPr>
            <a:spLocks noGrp="1"/>
          </p:cNvSpPr>
          <p:nvPr>
            <p:ph type="sldNum" sz="quarter" idx="12"/>
          </p:nvPr>
        </p:nvSpPr>
        <p:spPr/>
        <p:txBody>
          <a:bodyPr/>
          <a:lstStyle/>
          <a:p>
            <a:pPr rtl="0"/>
            <a:fld id="{B5CEABB6-07DC-46E8-9B57-56EC44A396E5}" type="slidenum">
              <a:rPr lang="en-GB" noProof="0" smtClean="0"/>
              <a:t>26</a:t>
            </a:fld>
            <a:endParaRPr lang="en-GB" noProof="0"/>
          </a:p>
        </p:txBody>
      </p:sp>
      <p:sp>
        <p:nvSpPr>
          <p:cNvPr id="10" name="Title 1">
            <a:extLst>
              <a:ext uri="{FF2B5EF4-FFF2-40B4-BE49-F238E27FC236}">
                <a16:creationId xmlns:a16="http://schemas.microsoft.com/office/drawing/2014/main" id="{7B6A649B-65D2-E7E4-4A96-5D8F17F3FDDA}"/>
              </a:ext>
            </a:extLst>
          </p:cNvPr>
          <p:cNvSpPr>
            <a:spLocks noGrp="1"/>
          </p:cNvSpPr>
          <p:nvPr>
            <p:ph type="title"/>
          </p:nvPr>
        </p:nvSpPr>
        <p:spPr>
          <a:xfrm>
            <a:off x="1866900" y="136525"/>
            <a:ext cx="8343900" cy="587375"/>
          </a:xfrm>
        </p:spPr>
        <p:txBody>
          <a:bodyPr rtlCol="0">
            <a:normAutofit fontScale="90000"/>
          </a:bodyPr>
          <a:lstStyle/>
          <a:p>
            <a:pPr algn="l"/>
            <a:r>
              <a:rPr lang="en-GB" sz="2400" dirty="0"/>
              <a:t>IMPACT OF School QUALITY ON HOUSE PRICES (2025)</a:t>
            </a:r>
          </a:p>
        </p:txBody>
      </p:sp>
      <p:pic>
        <p:nvPicPr>
          <p:cNvPr id="9" name="Picture 8">
            <a:extLst>
              <a:ext uri="{FF2B5EF4-FFF2-40B4-BE49-F238E27FC236}">
                <a16:creationId xmlns:a16="http://schemas.microsoft.com/office/drawing/2014/main" id="{73766113-3526-A742-4778-F234F3ECD91A}"/>
              </a:ext>
            </a:extLst>
          </p:cNvPr>
          <p:cNvPicPr>
            <a:picLocks noChangeAspect="1"/>
          </p:cNvPicPr>
          <p:nvPr/>
        </p:nvPicPr>
        <p:blipFill>
          <a:blip r:embed="rId2"/>
          <a:stretch>
            <a:fillRect/>
          </a:stretch>
        </p:blipFill>
        <p:spPr>
          <a:xfrm>
            <a:off x="1152305" y="974599"/>
            <a:ext cx="10029154" cy="5746876"/>
          </a:xfrm>
          <a:prstGeom prst="rect">
            <a:avLst/>
          </a:prstGeom>
        </p:spPr>
      </p:pic>
    </p:spTree>
    <p:extLst>
      <p:ext uri="{BB962C8B-B14F-4D97-AF65-F5344CB8AC3E}">
        <p14:creationId xmlns:p14="http://schemas.microsoft.com/office/powerpoint/2010/main" val="136269967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DB6F77-D114-E2AE-FE12-8805DD5A590F}"/>
            </a:ext>
          </a:extLst>
        </p:cNvPr>
        <p:cNvGrpSpPr/>
        <p:nvPr/>
      </p:nvGrpSpPr>
      <p:grpSpPr>
        <a:xfrm>
          <a:off x="0" y="0"/>
          <a:ext cx="0" cy="0"/>
          <a:chOff x="0" y="0"/>
          <a:chExt cx="0" cy="0"/>
        </a:xfrm>
      </p:grpSpPr>
      <p:sp>
        <p:nvSpPr>
          <p:cNvPr id="148" name="Slide Number Placeholder 147">
            <a:extLst>
              <a:ext uri="{FF2B5EF4-FFF2-40B4-BE49-F238E27FC236}">
                <a16:creationId xmlns:a16="http://schemas.microsoft.com/office/drawing/2014/main" id="{5C6C0433-2B46-BD26-83F8-3134F24E0C56}"/>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27</a:t>
            </a:fld>
            <a:endParaRPr lang="en-GB"/>
          </a:p>
        </p:txBody>
      </p:sp>
      <p:sp>
        <p:nvSpPr>
          <p:cNvPr id="30" name="Subtitle 2">
            <a:extLst>
              <a:ext uri="{FF2B5EF4-FFF2-40B4-BE49-F238E27FC236}">
                <a16:creationId xmlns:a16="http://schemas.microsoft.com/office/drawing/2014/main" id="{434BBA47-985D-091B-C895-EAD6E84B00CD}"/>
              </a:ext>
            </a:extLst>
          </p:cNvPr>
          <p:cNvSpPr>
            <a:spLocks noGrp="1"/>
          </p:cNvSpPr>
          <p:nvPr>
            <p:ph type="body" sz="quarter" idx="13"/>
          </p:nvPr>
        </p:nvSpPr>
        <p:spPr>
          <a:xfrm>
            <a:off x="590550" y="711200"/>
            <a:ext cx="8439150" cy="5387848"/>
          </a:xfrm>
        </p:spPr>
        <p:txBody>
          <a:bodyPr vert="horz" lIns="91440" tIns="45720" rIns="91440" bIns="45720" rtlCol="0" anchor="t">
            <a:noAutofit/>
          </a:bodyPr>
          <a:lstStyle/>
          <a:p>
            <a:pPr>
              <a:lnSpc>
                <a:spcPct val="120000"/>
              </a:lnSpc>
              <a:spcBef>
                <a:spcPts val="0"/>
              </a:spcBef>
            </a:pPr>
            <a:endParaRPr lang="en-GB" sz="1100" b="1" dirty="0">
              <a:latin typeface="Segoe UI" panose="020B0502040204020203" pitchFamily="34" charset="0"/>
              <a:cs typeface="Segoe UI" panose="020B0502040204020203" pitchFamily="34" charset="0"/>
            </a:endParaRPr>
          </a:p>
          <a:p>
            <a:endParaRPr lang="en-GB" sz="1100" b="1" dirty="0"/>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Positive Correlation Between School Quality and House Prices:</a:t>
            </a:r>
          </a:p>
          <a:p>
            <a:pPr lvl="1"/>
            <a:br>
              <a:rPr lang="en-US" sz="2000" dirty="0">
                <a:latin typeface="Segoe UI" panose="020B0502040204020203" pitchFamily="34" charset="0"/>
                <a:cs typeface="Segoe UI" panose="020B0502040204020203" pitchFamily="34" charset="0"/>
              </a:rPr>
            </a:br>
            <a:r>
              <a:rPr lang="en-US" sz="2000" dirty="0">
                <a:latin typeface="Segoe UI" panose="020B0502040204020203" pitchFamily="34" charset="0"/>
                <a:cs typeface="Segoe UI" panose="020B0502040204020203" pitchFamily="34" charset="0"/>
              </a:rPr>
              <a:t>There appears to be a positive relationship between the proportion of Outstanding schools and average house prices.</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Camden: </a:t>
            </a:r>
            <a:r>
              <a:rPr lang="en-US" sz="2000" dirty="0">
                <a:latin typeface="Segoe UI" panose="020B0502040204020203" pitchFamily="34" charset="0"/>
                <a:cs typeface="Segoe UI" panose="020B0502040204020203" pitchFamily="34" charset="0"/>
              </a:rPr>
              <a:t>Over 55% of state primary schools are Outstanding; house prices are among the highest in London.</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Richmond upon Thames: </a:t>
            </a:r>
            <a:r>
              <a:rPr lang="en-US" sz="2000" dirty="0">
                <a:latin typeface="Segoe UI" panose="020B0502040204020203" pitchFamily="34" charset="0"/>
                <a:cs typeface="Segoe UI" panose="020B0502040204020203" pitchFamily="34" charset="0"/>
              </a:rPr>
              <a:t>Around 45% Outstanding schools with similarly high property values.</a:t>
            </a:r>
          </a:p>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Newham: </a:t>
            </a:r>
            <a:r>
              <a:rPr lang="en-US" sz="2000" dirty="0">
                <a:latin typeface="Segoe UI" panose="020B0502040204020203" pitchFamily="34" charset="0"/>
                <a:cs typeface="Segoe UI" panose="020B0502040204020203" pitchFamily="34" charset="0"/>
              </a:rPr>
              <a:t>About 50% Outstanding primary schools but relatively lower house prices, indicating other influencing factors.</a:t>
            </a:r>
          </a:p>
          <a:p>
            <a:pPr marL="171450" indent="-171450">
              <a:buFont typeface="Arial" panose="020B0604020202020204" pitchFamily="34" charset="0"/>
              <a:buChar char="•"/>
            </a:pPr>
            <a:endParaRPr lang="en-GB" sz="1100" dirty="0">
              <a:latin typeface="Segoe UI" panose="020B0502040204020203" pitchFamily="34" charset="0"/>
              <a:cs typeface="Segoe UI" panose="020B0502040204020203" pitchFamily="34" charset="0"/>
            </a:endParaRPr>
          </a:p>
        </p:txBody>
      </p:sp>
      <p:sp>
        <p:nvSpPr>
          <p:cNvPr id="33" name="Title 1">
            <a:extLst>
              <a:ext uri="{FF2B5EF4-FFF2-40B4-BE49-F238E27FC236}">
                <a16:creationId xmlns:a16="http://schemas.microsoft.com/office/drawing/2014/main" id="{7FABD399-C0AC-10E3-249F-D6247218300A}"/>
              </a:ext>
            </a:extLst>
          </p:cNvPr>
          <p:cNvSpPr>
            <a:spLocks noGrp="1"/>
          </p:cNvSpPr>
          <p:nvPr>
            <p:ph type="title"/>
          </p:nvPr>
        </p:nvSpPr>
        <p:spPr>
          <a:xfrm>
            <a:off x="590550" y="136525"/>
            <a:ext cx="8020050" cy="587375"/>
          </a:xfrm>
        </p:spPr>
        <p:txBody>
          <a:bodyPr rtlCol="0">
            <a:normAutofit/>
          </a:bodyPr>
          <a:lstStyle/>
          <a:p>
            <a:pPr algn="ctr" rtl="0"/>
            <a:r>
              <a:rPr lang="en-GB" sz="2800" dirty="0"/>
              <a:t>RESULTS</a:t>
            </a:r>
          </a:p>
        </p:txBody>
      </p:sp>
    </p:spTree>
    <p:extLst>
      <p:ext uri="{BB962C8B-B14F-4D97-AF65-F5344CB8AC3E}">
        <p14:creationId xmlns:p14="http://schemas.microsoft.com/office/powerpoint/2010/main" val="42182494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EDDD73-38A3-5B8C-DF24-7FFB81A217D4}"/>
            </a:ext>
          </a:extLst>
        </p:cNvPr>
        <p:cNvGrpSpPr/>
        <p:nvPr/>
      </p:nvGrpSpPr>
      <p:grpSpPr>
        <a:xfrm>
          <a:off x="0" y="0"/>
          <a:ext cx="0" cy="0"/>
          <a:chOff x="0" y="0"/>
          <a:chExt cx="0" cy="0"/>
        </a:xfrm>
      </p:grpSpPr>
      <p:sp>
        <p:nvSpPr>
          <p:cNvPr id="148" name="Slide Number Placeholder 147">
            <a:extLst>
              <a:ext uri="{FF2B5EF4-FFF2-40B4-BE49-F238E27FC236}">
                <a16:creationId xmlns:a16="http://schemas.microsoft.com/office/drawing/2014/main" id="{108C67BA-2FDD-EB67-5A13-EB415864A1D9}"/>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28</a:t>
            </a:fld>
            <a:endParaRPr lang="en-GB"/>
          </a:p>
        </p:txBody>
      </p:sp>
      <p:sp>
        <p:nvSpPr>
          <p:cNvPr id="30" name="Subtitle 2">
            <a:extLst>
              <a:ext uri="{FF2B5EF4-FFF2-40B4-BE49-F238E27FC236}">
                <a16:creationId xmlns:a16="http://schemas.microsoft.com/office/drawing/2014/main" id="{8D6D0375-3725-AF4F-83BE-19994FD48231}"/>
              </a:ext>
            </a:extLst>
          </p:cNvPr>
          <p:cNvSpPr>
            <a:spLocks noGrp="1"/>
          </p:cNvSpPr>
          <p:nvPr>
            <p:ph type="body" sz="quarter" idx="13"/>
          </p:nvPr>
        </p:nvSpPr>
        <p:spPr>
          <a:xfrm>
            <a:off x="590550" y="1181100"/>
            <a:ext cx="8439150" cy="5387848"/>
          </a:xfrm>
        </p:spPr>
        <p:txBody>
          <a:bodyPr vert="horz" lIns="91440" tIns="45720" rIns="91440" bIns="45720" rtlCol="0" anchor="t">
            <a:noAutofit/>
          </a:bodyPr>
          <a:lstStyle/>
          <a:p>
            <a:pPr marL="742950" lvl="1"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Kensington &amp; Chelsea: </a:t>
            </a:r>
            <a:r>
              <a:rPr lang="en-US" sz="2000" dirty="0">
                <a:latin typeface="Segoe UI" panose="020B0502040204020203" pitchFamily="34" charset="0"/>
                <a:cs typeface="Segoe UI" panose="020B0502040204020203" pitchFamily="34" charset="0"/>
              </a:rPr>
              <a:t>Extremely high house prices and ~50% Outstanding schools — confirming that school quality is one of several contributing drivers.</a:t>
            </a:r>
          </a:p>
          <a:p>
            <a:pPr lvl="1"/>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Trends in Average House Prices (2015–2025):</a:t>
            </a:r>
          </a:p>
          <a:p>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House prices have generally increased over the last decade, with a sharp rise in 2022 (post–COVID-19) followed by a slight decline and stabilization in subsequent years.</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p>
          <a:p>
            <a:pPr marL="171450" indent="-171450">
              <a:buFont typeface="Arial" panose="020B0604020202020204" pitchFamily="34" charset="0"/>
              <a:buChar char="•"/>
            </a:pPr>
            <a:endParaRPr lang="en-GB" sz="1100" dirty="0">
              <a:latin typeface="Segoe UI Light" panose="020B0502040204020203" pitchFamily="34" charset="0"/>
              <a:cs typeface="Segoe UI Light" panose="020B0502040204020203" pitchFamily="34" charset="0"/>
            </a:endParaRPr>
          </a:p>
          <a:p>
            <a:pPr marL="171450" indent="-171450">
              <a:buFont typeface="Arial" panose="020B0604020202020204" pitchFamily="34" charset="0"/>
              <a:buChar char="•"/>
            </a:pPr>
            <a:endParaRPr lang="en-GB" sz="1100" dirty="0">
              <a:latin typeface="Segoe UI" panose="020B0502040204020203" pitchFamily="34" charset="0"/>
              <a:cs typeface="Segoe UI" panose="020B0502040204020203" pitchFamily="34" charset="0"/>
            </a:endParaRPr>
          </a:p>
        </p:txBody>
      </p:sp>
      <p:sp>
        <p:nvSpPr>
          <p:cNvPr id="33" name="Title 1">
            <a:extLst>
              <a:ext uri="{FF2B5EF4-FFF2-40B4-BE49-F238E27FC236}">
                <a16:creationId xmlns:a16="http://schemas.microsoft.com/office/drawing/2014/main" id="{E7CA86EF-6315-C350-C25B-873AADFEF349}"/>
              </a:ext>
            </a:extLst>
          </p:cNvPr>
          <p:cNvSpPr>
            <a:spLocks noGrp="1"/>
          </p:cNvSpPr>
          <p:nvPr>
            <p:ph type="title"/>
          </p:nvPr>
        </p:nvSpPr>
        <p:spPr>
          <a:xfrm>
            <a:off x="590550" y="136525"/>
            <a:ext cx="8020050" cy="587375"/>
          </a:xfrm>
        </p:spPr>
        <p:txBody>
          <a:bodyPr rtlCol="0">
            <a:normAutofit/>
          </a:bodyPr>
          <a:lstStyle/>
          <a:p>
            <a:pPr algn="ctr" rtl="0"/>
            <a:r>
              <a:rPr lang="en-GB" sz="2800" dirty="0"/>
              <a:t>RESULTS</a:t>
            </a:r>
          </a:p>
        </p:txBody>
      </p:sp>
    </p:spTree>
    <p:extLst>
      <p:ext uri="{BB962C8B-B14F-4D97-AF65-F5344CB8AC3E}">
        <p14:creationId xmlns:p14="http://schemas.microsoft.com/office/powerpoint/2010/main" val="40840766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C0CCCD-9BBA-F4AB-1459-D1BDDDE8A571}"/>
            </a:ext>
          </a:extLst>
        </p:cNvPr>
        <p:cNvGrpSpPr/>
        <p:nvPr/>
      </p:nvGrpSpPr>
      <p:grpSpPr>
        <a:xfrm>
          <a:off x="0" y="0"/>
          <a:ext cx="0" cy="0"/>
          <a:chOff x="0" y="0"/>
          <a:chExt cx="0" cy="0"/>
        </a:xfrm>
      </p:grpSpPr>
      <p:sp>
        <p:nvSpPr>
          <p:cNvPr id="148" name="Slide Number Placeholder 147">
            <a:extLst>
              <a:ext uri="{FF2B5EF4-FFF2-40B4-BE49-F238E27FC236}">
                <a16:creationId xmlns:a16="http://schemas.microsoft.com/office/drawing/2014/main" id="{F3BF6345-0B16-8505-CA05-F258EDA36E9B}"/>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29</a:t>
            </a:fld>
            <a:endParaRPr lang="en-GB"/>
          </a:p>
        </p:txBody>
      </p:sp>
      <p:sp>
        <p:nvSpPr>
          <p:cNvPr id="30" name="Subtitle 2">
            <a:extLst>
              <a:ext uri="{FF2B5EF4-FFF2-40B4-BE49-F238E27FC236}">
                <a16:creationId xmlns:a16="http://schemas.microsoft.com/office/drawing/2014/main" id="{05EA9556-01DA-01E9-1468-B9393BAFE5D0}"/>
              </a:ext>
            </a:extLst>
          </p:cNvPr>
          <p:cNvSpPr>
            <a:spLocks noGrp="1"/>
          </p:cNvSpPr>
          <p:nvPr>
            <p:ph type="body" sz="quarter" idx="13"/>
          </p:nvPr>
        </p:nvSpPr>
        <p:spPr>
          <a:xfrm>
            <a:off x="590550" y="1028700"/>
            <a:ext cx="8439150" cy="5387848"/>
          </a:xfrm>
        </p:spPr>
        <p:txBody>
          <a:bodyPr vert="horz" lIns="91440" tIns="45720" rIns="91440" bIns="45720" rtlCol="0" anchor="t">
            <a:noAutofit/>
          </a:bodyPr>
          <a:lstStyle/>
          <a:p>
            <a:endParaRPr lang="en-US" sz="1800" b="1"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Variation Between Primary and Secondary School Quality:</a:t>
            </a:r>
          </a:p>
          <a:p>
            <a:pPr lvl="1"/>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Some boroughs show high proportions of Outstanding primaries but low proportions of Outstanding secondaries.</a:t>
            </a:r>
          </a:p>
          <a:p>
            <a:pPr marL="742950" lvl="1" indent="-285750">
              <a:buFont typeface="Wingdings" panose="05000000000000000000" pitchFamily="2" charset="2"/>
              <a:buChar char="Ø"/>
            </a:pPr>
            <a:r>
              <a:rPr lang="en-US" sz="1800" dirty="0">
                <a:latin typeface="Segoe UI" panose="020B0502040204020203" pitchFamily="34" charset="0"/>
                <a:cs typeface="Segoe UI" panose="020B0502040204020203" pitchFamily="34" charset="0"/>
              </a:rPr>
              <a:t>Camden and Merton: Around 60% of state primaries are Outstanding, while only about 12% of secondaries reach the same rating.</a:t>
            </a:r>
          </a:p>
          <a:p>
            <a:pPr marL="742950" lvl="1" indent="-285750">
              <a:buFont typeface="Wingdings" panose="05000000000000000000" pitchFamily="2" charset="2"/>
              <a:buChar char="Ø"/>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b="1" dirty="0">
                <a:latin typeface="Segoe UI" panose="020B0502040204020203" pitchFamily="34" charset="0"/>
                <a:cs typeface="Segoe UI" panose="020B0502040204020203" pitchFamily="34" charset="0"/>
              </a:rPr>
              <a:t>Number of State Schools:</a:t>
            </a:r>
          </a:p>
          <a:p>
            <a:endParaRPr lang="en-US" sz="1800" b="1" dirty="0">
              <a:latin typeface="Segoe UI" panose="020B0502040204020203" pitchFamily="34" charset="0"/>
              <a:cs typeface="Segoe UI" panose="020B0502040204020203" pitchFamily="34" charset="0"/>
            </a:endParaRPr>
          </a:p>
          <a:p>
            <a:pPr marL="742950" lvl="1" indent="-285750">
              <a:buFont typeface="Wingdings" panose="05000000000000000000" pitchFamily="2" charset="2"/>
              <a:buChar char="Ø"/>
            </a:pPr>
            <a:r>
              <a:rPr lang="en-US" sz="1800" dirty="0">
                <a:latin typeface="Segoe UI" panose="020B0502040204020203" pitchFamily="34" charset="0"/>
                <a:cs typeface="Segoe UI" panose="020B0502040204020203" pitchFamily="34" charset="0"/>
              </a:rPr>
              <a:t>Barnet has the highest number of state schools, followed by Croydon.</a:t>
            </a:r>
          </a:p>
          <a:p>
            <a:pPr marL="742950" lvl="1" indent="-285750">
              <a:buFont typeface="Wingdings" panose="05000000000000000000" pitchFamily="2" charset="2"/>
              <a:buChar char="Ø"/>
            </a:pPr>
            <a:r>
              <a:rPr lang="en-US" sz="1800" dirty="0">
                <a:latin typeface="Segoe UI" panose="020B0502040204020203" pitchFamily="34" charset="0"/>
                <a:cs typeface="Segoe UI" panose="020B0502040204020203" pitchFamily="34" charset="0"/>
              </a:rPr>
              <a:t>Most boroughs have more Good state primaries than Outstanding ones.</a:t>
            </a:r>
          </a:p>
          <a:p>
            <a:pPr marL="742950" lvl="1" indent="-285750">
              <a:buFont typeface="Wingdings" panose="05000000000000000000" pitchFamily="2" charset="2"/>
              <a:buChar char="Ø"/>
            </a:pPr>
            <a:r>
              <a:rPr lang="en-US" sz="1800" dirty="0">
                <a:latin typeface="Segoe UI" panose="020B0502040204020203" pitchFamily="34" charset="0"/>
                <a:cs typeface="Segoe UI" panose="020B0502040204020203" pitchFamily="34" charset="0"/>
              </a:rPr>
              <a:t>Merton, Ealing, and Harrow have relatively higher proportions of Outstanding state secondary schools.</a:t>
            </a:r>
          </a:p>
          <a:p>
            <a:pPr lvl="1"/>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p>
          <a:p>
            <a:pPr marL="171450" indent="-171450">
              <a:buFont typeface="Arial" panose="020B0604020202020204" pitchFamily="34" charset="0"/>
              <a:buChar char="•"/>
            </a:pPr>
            <a:endParaRPr lang="en-GB" sz="1100" dirty="0">
              <a:latin typeface="Segoe UI Light" panose="020B0502040204020203" pitchFamily="34" charset="0"/>
              <a:cs typeface="Segoe UI Light" panose="020B0502040204020203" pitchFamily="34" charset="0"/>
            </a:endParaRPr>
          </a:p>
          <a:p>
            <a:pPr marL="171450" indent="-171450">
              <a:buFont typeface="Arial" panose="020B0604020202020204" pitchFamily="34" charset="0"/>
              <a:buChar char="•"/>
            </a:pPr>
            <a:endParaRPr lang="en-GB" sz="1100" dirty="0">
              <a:latin typeface="Segoe UI" panose="020B0502040204020203" pitchFamily="34" charset="0"/>
              <a:cs typeface="Segoe UI" panose="020B0502040204020203" pitchFamily="34" charset="0"/>
            </a:endParaRPr>
          </a:p>
        </p:txBody>
      </p:sp>
      <p:sp>
        <p:nvSpPr>
          <p:cNvPr id="33" name="Title 1">
            <a:extLst>
              <a:ext uri="{FF2B5EF4-FFF2-40B4-BE49-F238E27FC236}">
                <a16:creationId xmlns:a16="http://schemas.microsoft.com/office/drawing/2014/main" id="{F338CFFF-59AD-9FE7-A4DF-DE55948A6A9A}"/>
              </a:ext>
            </a:extLst>
          </p:cNvPr>
          <p:cNvSpPr>
            <a:spLocks noGrp="1"/>
          </p:cNvSpPr>
          <p:nvPr>
            <p:ph type="title"/>
          </p:nvPr>
        </p:nvSpPr>
        <p:spPr>
          <a:xfrm>
            <a:off x="590550" y="136525"/>
            <a:ext cx="8020050" cy="587375"/>
          </a:xfrm>
        </p:spPr>
        <p:txBody>
          <a:bodyPr rtlCol="0">
            <a:normAutofit/>
          </a:bodyPr>
          <a:lstStyle/>
          <a:p>
            <a:pPr algn="ctr" rtl="0"/>
            <a:r>
              <a:rPr lang="en-GB" sz="2800" dirty="0"/>
              <a:t>RESULTS</a:t>
            </a:r>
          </a:p>
        </p:txBody>
      </p:sp>
    </p:spTree>
    <p:extLst>
      <p:ext uri="{BB962C8B-B14F-4D97-AF65-F5344CB8AC3E}">
        <p14:creationId xmlns:p14="http://schemas.microsoft.com/office/powerpoint/2010/main" val="83672032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C1B070-D8AD-6169-7D16-058BDEB86F9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B488977-D1FC-2D9A-4752-F50E3DBA1620}"/>
              </a:ext>
            </a:extLst>
          </p:cNvPr>
          <p:cNvSpPr>
            <a:spLocks noGrp="1"/>
          </p:cNvSpPr>
          <p:nvPr>
            <p:ph type="title"/>
          </p:nvPr>
        </p:nvSpPr>
        <p:spPr>
          <a:xfrm>
            <a:off x="831850" y="4672584"/>
            <a:ext cx="10515600" cy="1299411"/>
          </a:xfrm>
        </p:spPr>
        <p:txBody>
          <a:bodyPr rtlCol="0"/>
          <a:lstStyle/>
          <a:p>
            <a:pPr rtl="0"/>
            <a:r>
              <a:rPr lang="en-GB" dirty="0"/>
              <a:t>Conclusion</a:t>
            </a:r>
          </a:p>
        </p:txBody>
      </p:sp>
    </p:spTree>
    <p:extLst>
      <p:ext uri="{BB962C8B-B14F-4D97-AF65-F5344CB8AC3E}">
        <p14:creationId xmlns:p14="http://schemas.microsoft.com/office/powerpoint/2010/main" val="27871885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77F92F-FE42-3BF2-77CD-D4F52D74E3C4}"/>
            </a:ext>
          </a:extLst>
        </p:cNvPr>
        <p:cNvGrpSpPr/>
        <p:nvPr/>
      </p:nvGrpSpPr>
      <p:grpSpPr>
        <a:xfrm>
          <a:off x="0" y="0"/>
          <a:ext cx="0" cy="0"/>
          <a:chOff x="0" y="0"/>
          <a:chExt cx="0" cy="0"/>
        </a:xfrm>
      </p:grpSpPr>
      <p:sp>
        <p:nvSpPr>
          <p:cNvPr id="148" name="Slide Number Placeholder 147">
            <a:extLst>
              <a:ext uri="{FF2B5EF4-FFF2-40B4-BE49-F238E27FC236}">
                <a16:creationId xmlns:a16="http://schemas.microsoft.com/office/drawing/2014/main" id="{327F07F4-7651-4E22-CD7F-3BAA1246FF07}"/>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31</a:t>
            </a:fld>
            <a:endParaRPr lang="en-GB"/>
          </a:p>
        </p:txBody>
      </p:sp>
      <p:sp>
        <p:nvSpPr>
          <p:cNvPr id="30" name="Subtitle 2">
            <a:extLst>
              <a:ext uri="{FF2B5EF4-FFF2-40B4-BE49-F238E27FC236}">
                <a16:creationId xmlns:a16="http://schemas.microsoft.com/office/drawing/2014/main" id="{1FF55B8E-3893-33C8-2B62-2343CE9B65D1}"/>
              </a:ext>
            </a:extLst>
          </p:cNvPr>
          <p:cNvSpPr>
            <a:spLocks noGrp="1"/>
          </p:cNvSpPr>
          <p:nvPr>
            <p:ph type="body" sz="quarter" idx="13"/>
          </p:nvPr>
        </p:nvSpPr>
        <p:spPr>
          <a:xfrm>
            <a:off x="590550" y="1028700"/>
            <a:ext cx="8439150" cy="5387848"/>
          </a:xfrm>
        </p:spPr>
        <p:txBody>
          <a:bodyPr vert="horz" lIns="91440" tIns="45720" rIns="91440" bIns="45720" rtlCol="0" anchor="t">
            <a:noAutofit/>
          </a:bodyPr>
          <a:lstStyle/>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This study explored the relationship between </a:t>
            </a:r>
            <a:r>
              <a:rPr lang="en-US" sz="1800" b="1" dirty="0">
                <a:latin typeface="Segoe UI" panose="020B0502040204020203" pitchFamily="34" charset="0"/>
                <a:cs typeface="Segoe UI" panose="020B0502040204020203" pitchFamily="34" charset="0"/>
              </a:rPr>
              <a:t>state school quality</a:t>
            </a:r>
            <a:r>
              <a:rPr lang="en-US" sz="1800" dirty="0">
                <a:latin typeface="Segoe UI" panose="020B0502040204020203" pitchFamily="34" charset="0"/>
                <a:cs typeface="Segoe UI" panose="020B0502040204020203" pitchFamily="34" charset="0"/>
              </a:rPr>
              <a:t> and </a:t>
            </a:r>
            <a:r>
              <a:rPr lang="en-US" sz="1800" b="1" dirty="0">
                <a:latin typeface="Segoe UI" panose="020B0502040204020203" pitchFamily="34" charset="0"/>
                <a:cs typeface="Segoe UI" panose="020B0502040204020203" pitchFamily="34" charset="0"/>
              </a:rPr>
              <a:t>house prices</a:t>
            </a:r>
            <a:r>
              <a:rPr lang="en-US" sz="1800" dirty="0">
                <a:latin typeface="Segoe UI" panose="020B0502040204020203" pitchFamily="34" charset="0"/>
                <a:cs typeface="Segoe UI" panose="020B0502040204020203" pitchFamily="34" charset="0"/>
              </a:rPr>
              <a:t> across </a:t>
            </a:r>
            <a:r>
              <a:rPr lang="en-US" sz="1800" b="1" dirty="0">
                <a:latin typeface="Segoe UI" panose="020B0502040204020203" pitchFamily="34" charset="0"/>
                <a:cs typeface="Segoe UI" panose="020B0502040204020203" pitchFamily="34" charset="0"/>
              </a:rPr>
              <a:t>London boroughs</a:t>
            </a:r>
            <a:r>
              <a:rPr lang="en-US" sz="1800" dirty="0">
                <a:latin typeface="Segoe UI" panose="020B0502040204020203" pitchFamily="34" charset="0"/>
                <a:cs typeface="Segoe UI" panose="020B0502040204020203" pitchFamily="34" charset="0"/>
              </a:rPr>
              <a:t>, combining data-driven analysis, statistical methods, and visual insights from Tableau.</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Findings indicate that boroughs with a </a:t>
            </a:r>
            <a:r>
              <a:rPr lang="en-US" sz="1800" b="1" dirty="0">
                <a:latin typeface="Segoe UI" panose="020B0502040204020203" pitchFamily="34" charset="0"/>
                <a:cs typeface="Segoe UI" panose="020B0502040204020203" pitchFamily="34" charset="0"/>
              </a:rPr>
              <a:t>higher proportion of Outstanding or Good state schools</a:t>
            </a:r>
            <a:r>
              <a:rPr lang="en-US" sz="1800" dirty="0">
                <a:latin typeface="Segoe UI" panose="020B0502040204020203" pitchFamily="34" charset="0"/>
                <a:cs typeface="Segoe UI" panose="020B0502040204020203" pitchFamily="34" charset="0"/>
              </a:rPr>
              <a:t> tend to exhibit </a:t>
            </a:r>
            <a:r>
              <a:rPr lang="en-US" sz="1800" b="1" dirty="0">
                <a:latin typeface="Segoe UI" panose="020B0502040204020203" pitchFamily="34" charset="0"/>
                <a:cs typeface="Segoe UI" panose="020B0502040204020203" pitchFamily="34" charset="0"/>
              </a:rPr>
              <a:t>higher average house prices</a:t>
            </a:r>
            <a:r>
              <a:rPr lang="en-US" sz="1800" dirty="0">
                <a:latin typeface="Segoe UI" panose="020B0502040204020203" pitchFamily="34" charset="0"/>
                <a:cs typeface="Segoe UI" panose="020B0502040204020203" pitchFamily="34" charset="0"/>
              </a:rPr>
              <a:t>, though the relationship is not uniform across all areas. Boroughs such as </a:t>
            </a:r>
            <a:r>
              <a:rPr lang="en-US" sz="1800" b="1" dirty="0">
                <a:latin typeface="Segoe UI" panose="020B0502040204020203" pitchFamily="34" charset="0"/>
                <a:cs typeface="Segoe UI" panose="020B0502040204020203" pitchFamily="34" charset="0"/>
              </a:rPr>
              <a:t>Camden</a:t>
            </a:r>
            <a:r>
              <a:rPr lang="en-US" sz="1800" dirty="0">
                <a:latin typeface="Segoe UI" panose="020B0502040204020203" pitchFamily="34" charset="0"/>
                <a:cs typeface="Segoe UI" panose="020B0502040204020203" pitchFamily="34" charset="0"/>
              </a:rPr>
              <a:t> and </a:t>
            </a:r>
            <a:r>
              <a:rPr lang="en-US" sz="1800" b="1" dirty="0">
                <a:latin typeface="Segoe UI" panose="020B0502040204020203" pitchFamily="34" charset="0"/>
                <a:cs typeface="Segoe UI" panose="020B0502040204020203" pitchFamily="34" charset="0"/>
              </a:rPr>
              <a:t>Richmond upon Thames</a:t>
            </a:r>
            <a:r>
              <a:rPr lang="en-US" sz="1800" dirty="0">
                <a:latin typeface="Segoe UI" panose="020B0502040204020203" pitchFamily="34" charset="0"/>
                <a:cs typeface="Segoe UI" panose="020B0502040204020203" pitchFamily="34" charset="0"/>
              </a:rPr>
              <a:t> demonstrate both strong school performance and elevated property values, whereas areas like </a:t>
            </a:r>
            <a:r>
              <a:rPr lang="en-US" sz="1800" b="1" dirty="0">
                <a:latin typeface="Segoe UI" panose="020B0502040204020203" pitchFamily="34" charset="0"/>
                <a:cs typeface="Segoe UI" panose="020B0502040204020203" pitchFamily="34" charset="0"/>
              </a:rPr>
              <a:t>Newham</a:t>
            </a:r>
            <a:r>
              <a:rPr lang="en-US" sz="1800" dirty="0">
                <a:latin typeface="Segoe UI" panose="020B0502040204020203" pitchFamily="34" charset="0"/>
                <a:cs typeface="Segoe UI" panose="020B0502040204020203" pitchFamily="34" charset="0"/>
              </a:rPr>
              <a:t> reveal that other socioeconomic factors also influence affordability and demand.</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The </a:t>
            </a:r>
            <a:r>
              <a:rPr lang="en-US" sz="1800" b="1" dirty="0">
                <a:latin typeface="Segoe UI" panose="020B0502040204020203" pitchFamily="34" charset="0"/>
                <a:cs typeface="Segoe UI" panose="020B0502040204020203" pitchFamily="34" charset="0"/>
              </a:rPr>
              <a:t>temporal analysis (2015–2025)</a:t>
            </a:r>
            <a:r>
              <a:rPr lang="en-US" sz="1800" dirty="0">
                <a:latin typeface="Segoe UI" panose="020B0502040204020203" pitchFamily="34" charset="0"/>
                <a:cs typeface="Segoe UI" panose="020B0502040204020203" pitchFamily="34" charset="0"/>
              </a:rPr>
              <a:t> shows a consistent upward trend in average house prices, with a sharp rise post–COVID-19 in 2022 followed by a </a:t>
            </a:r>
            <a:r>
              <a:rPr lang="en-US" sz="1800" dirty="0" err="1">
                <a:latin typeface="Segoe UI" panose="020B0502040204020203" pitchFamily="34" charset="0"/>
                <a:cs typeface="Segoe UI" panose="020B0502040204020203" pitchFamily="34" charset="0"/>
              </a:rPr>
              <a:t>stabilisation</a:t>
            </a:r>
            <a:r>
              <a:rPr lang="en-US" sz="1800" dirty="0">
                <a:latin typeface="Segoe UI" panose="020B0502040204020203" pitchFamily="34" charset="0"/>
                <a:cs typeface="Segoe UI" panose="020B0502040204020203" pitchFamily="34" charset="0"/>
              </a:rPr>
              <a:t> phase. This suggests that, while </a:t>
            </a:r>
            <a:r>
              <a:rPr lang="en-US" sz="1800" b="1" dirty="0">
                <a:latin typeface="Segoe UI" panose="020B0502040204020203" pitchFamily="34" charset="0"/>
                <a:cs typeface="Segoe UI" panose="020B0502040204020203" pitchFamily="34" charset="0"/>
              </a:rPr>
              <a:t>school quality remains a key driver</a:t>
            </a:r>
            <a:r>
              <a:rPr lang="en-US" sz="1800" dirty="0">
                <a:latin typeface="Segoe UI" panose="020B0502040204020203" pitchFamily="34" charset="0"/>
                <a:cs typeface="Segoe UI" panose="020B0502040204020203" pitchFamily="34" charset="0"/>
              </a:rPr>
              <a:t>, broader </a:t>
            </a:r>
            <a:r>
              <a:rPr lang="en-US" sz="1800" b="1" dirty="0">
                <a:latin typeface="Segoe UI" panose="020B0502040204020203" pitchFamily="34" charset="0"/>
                <a:cs typeface="Segoe UI" panose="020B0502040204020203" pitchFamily="34" charset="0"/>
              </a:rPr>
              <a:t>economic, demographic, and policy factors</a:t>
            </a:r>
            <a:r>
              <a:rPr lang="en-US" sz="1800" dirty="0">
                <a:latin typeface="Segoe UI" panose="020B0502040204020203" pitchFamily="34" charset="0"/>
                <a:cs typeface="Segoe UI" panose="020B0502040204020203" pitchFamily="34" charset="0"/>
              </a:rPr>
              <a:t> also shape London’s housing market.</a:t>
            </a: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p:txBody>
      </p:sp>
      <p:sp>
        <p:nvSpPr>
          <p:cNvPr id="33" name="Title 1">
            <a:extLst>
              <a:ext uri="{FF2B5EF4-FFF2-40B4-BE49-F238E27FC236}">
                <a16:creationId xmlns:a16="http://schemas.microsoft.com/office/drawing/2014/main" id="{312F2A8D-6F19-EAA3-70B1-90EB52CD8AAF}"/>
              </a:ext>
            </a:extLst>
          </p:cNvPr>
          <p:cNvSpPr>
            <a:spLocks noGrp="1"/>
          </p:cNvSpPr>
          <p:nvPr>
            <p:ph type="title"/>
          </p:nvPr>
        </p:nvSpPr>
        <p:spPr>
          <a:xfrm>
            <a:off x="590550" y="136525"/>
            <a:ext cx="8020050" cy="587375"/>
          </a:xfrm>
        </p:spPr>
        <p:txBody>
          <a:bodyPr rtlCol="0">
            <a:normAutofit/>
          </a:bodyPr>
          <a:lstStyle/>
          <a:p>
            <a:pPr algn="ctr" rtl="0"/>
            <a:r>
              <a:rPr lang="en-GB" sz="2800" dirty="0"/>
              <a:t>CONCLUSION</a:t>
            </a:r>
          </a:p>
        </p:txBody>
      </p:sp>
    </p:spTree>
    <p:extLst>
      <p:ext uri="{BB962C8B-B14F-4D97-AF65-F5344CB8AC3E}">
        <p14:creationId xmlns:p14="http://schemas.microsoft.com/office/powerpoint/2010/main" val="22253934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F4EDE8-2331-06F2-4F54-0D36B3DDDD4A}"/>
            </a:ext>
          </a:extLst>
        </p:cNvPr>
        <p:cNvGrpSpPr/>
        <p:nvPr/>
      </p:nvGrpSpPr>
      <p:grpSpPr>
        <a:xfrm>
          <a:off x="0" y="0"/>
          <a:ext cx="0" cy="0"/>
          <a:chOff x="0" y="0"/>
          <a:chExt cx="0" cy="0"/>
        </a:xfrm>
      </p:grpSpPr>
      <p:sp>
        <p:nvSpPr>
          <p:cNvPr id="148" name="Slide Number Placeholder 147">
            <a:extLst>
              <a:ext uri="{FF2B5EF4-FFF2-40B4-BE49-F238E27FC236}">
                <a16:creationId xmlns:a16="http://schemas.microsoft.com/office/drawing/2014/main" id="{4221213F-7F7D-F4F4-D59A-BCEADBEE80D6}"/>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32</a:t>
            </a:fld>
            <a:endParaRPr lang="en-GB"/>
          </a:p>
        </p:txBody>
      </p:sp>
      <p:sp>
        <p:nvSpPr>
          <p:cNvPr id="30" name="Subtitle 2">
            <a:extLst>
              <a:ext uri="{FF2B5EF4-FFF2-40B4-BE49-F238E27FC236}">
                <a16:creationId xmlns:a16="http://schemas.microsoft.com/office/drawing/2014/main" id="{A32C0065-C192-CFC3-94D3-3AD1DE361473}"/>
              </a:ext>
            </a:extLst>
          </p:cNvPr>
          <p:cNvSpPr>
            <a:spLocks noGrp="1"/>
          </p:cNvSpPr>
          <p:nvPr>
            <p:ph type="body" sz="quarter" idx="13"/>
          </p:nvPr>
        </p:nvSpPr>
        <p:spPr>
          <a:xfrm>
            <a:off x="590550" y="1028700"/>
            <a:ext cx="8439150" cy="5387848"/>
          </a:xfrm>
        </p:spPr>
        <p:txBody>
          <a:bodyPr vert="horz" lIns="91440" tIns="45720" rIns="91440" bIns="45720" rtlCol="0" anchor="t">
            <a:noAutofit/>
          </a:bodyPr>
          <a:lstStyle/>
          <a:p>
            <a:pPr marL="285750" indent="-285750">
              <a:buFont typeface="Arial" panose="020B0604020202020204" pitchFamily="34" charset="0"/>
              <a:buChar char="•"/>
            </a:pPr>
            <a:r>
              <a:rPr lang="en-US" sz="1800" dirty="0">
                <a:latin typeface="Segoe UI" panose="020B0502040204020203" pitchFamily="34" charset="0"/>
                <a:cs typeface="Segoe UI" panose="020B0502040204020203" pitchFamily="34" charset="0"/>
              </a:rPr>
              <a:t>Overall, the analysis highlights that </a:t>
            </a:r>
            <a:r>
              <a:rPr lang="en-US" sz="1800" b="1" dirty="0">
                <a:latin typeface="Segoe UI" panose="020B0502040204020203" pitchFamily="34" charset="0"/>
                <a:cs typeface="Segoe UI" panose="020B0502040204020203" pitchFamily="34" charset="0"/>
              </a:rPr>
              <a:t>educational quality contributes to the spatial inequality of property values</a:t>
            </a:r>
            <a:r>
              <a:rPr lang="en-US" sz="1800" dirty="0">
                <a:latin typeface="Segoe UI" panose="020B0502040204020203" pitchFamily="34" charset="0"/>
                <a:cs typeface="Segoe UI" panose="020B0502040204020203" pitchFamily="34" charset="0"/>
              </a:rPr>
              <a:t> within London — reinforcing the notion of a “school quality premium.”</a:t>
            </a:r>
          </a:p>
          <a:p>
            <a:pPr marL="285750" indent="-285750">
              <a:buFont typeface="Arial" panose="020B0604020202020204" pitchFamily="34" charset="0"/>
              <a:buChar char="•"/>
            </a:pPr>
            <a:br>
              <a:rPr lang="en-US" sz="1800" dirty="0">
                <a:latin typeface="Segoe UI" panose="020B0502040204020203" pitchFamily="34" charset="0"/>
                <a:cs typeface="Segoe UI" panose="020B0502040204020203" pitchFamily="34" charset="0"/>
              </a:rPr>
            </a:br>
            <a:r>
              <a:rPr lang="en-US" sz="1800" dirty="0">
                <a:latin typeface="Segoe UI" panose="020B0502040204020203" pitchFamily="34" charset="0"/>
                <a:cs typeface="Segoe UI" panose="020B0502040204020203" pitchFamily="34" charset="0"/>
              </a:rPr>
              <a:t>Future research could extend this study by incorporating </a:t>
            </a:r>
            <a:r>
              <a:rPr lang="en-US" sz="1800" b="1" dirty="0">
                <a:latin typeface="Segoe UI" panose="020B0502040204020203" pitchFamily="34" charset="0"/>
                <a:cs typeface="Segoe UI" panose="020B0502040204020203" pitchFamily="34" charset="0"/>
              </a:rPr>
              <a:t>private and grammar schools</a:t>
            </a:r>
            <a:r>
              <a:rPr lang="en-US" sz="1800" dirty="0">
                <a:latin typeface="Segoe UI" panose="020B0502040204020203" pitchFamily="34" charset="0"/>
                <a:cs typeface="Segoe UI" panose="020B0502040204020203" pitchFamily="34" charset="0"/>
              </a:rPr>
              <a:t>, </a:t>
            </a:r>
            <a:r>
              <a:rPr lang="en-US" sz="1800" b="1" dirty="0">
                <a:latin typeface="Segoe UI" panose="020B0502040204020203" pitchFamily="34" charset="0"/>
                <a:cs typeface="Segoe UI" panose="020B0502040204020203" pitchFamily="34" charset="0"/>
              </a:rPr>
              <a:t>commuting accessibility</a:t>
            </a:r>
            <a:r>
              <a:rPr lang="en-US" sz="1800" dirty="0">
                <a:latin typeface="Segoe UI" panose="020B0502040204020203" pitchFamily="34" charset="0"/>
                <a:cs typeface="Segoe UI" panose="020B0502040204020203" pitchFamily="34" charset="0"/>
              </a:rPr>
              <a:t>, and </a:t>
            </a:r>
            <a:r>
              <a:rPr lang="en-US" sz="1800" b="1" dirty="0">
                <a:latin typeface="Segoe UI" panose="020B0502040204020203" pitchFamily="34" charset="0"/>
                <a:cs typeface="Segoe UI" panose="020B0502040204020203" pitchFamily="34" charset="0"/>
              </a:rPr>
              <a:t>income distribution</a:t>
            </a:r>
            <a:r>
              <a:rPr lang="en-US" sz="1800" dirty="0">
                <a:latin typeface="Segoe UI" panose="020B0502040204020203" pitchFamily="34" charset="0"/>
                <a:cs typeface="Segoe UI" panose="020B0502040204020203" pitchFamily="34" charset="0"/>
              </a:rPr>
              <a:t> to better understand the multi-dimensional nature of housing demand in urban contexts.</a:t>
            </a:r>
          </a:p>
          <a:p>
            <a:pPr lvl="1"/>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285750" indent="-285750">
              <a:buFont typeface="Arial" panose="020B0604020202020204" pitchFamily="34" charset="0"/>
              <a:buChar char="•"/>
            </a:pPr>
            <a:endParaRPr lang="en-US"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a:p>
            <a:pPr marL="171450" indent="-171450">
              <a:buFont typeface="Arial" panose="020B0604020202020204" pitchFamily="34" charset="0"/>
              <a:buChar char="•"/>
            </a:pPr>
            <a:endParaRPr lang="en-GB" sz="1800" dirty="0">
              <a:latin typeface="Segoe UI" panose="020B0502040204020203" pitchFamily="34" charset="0"/>
              <a:cs typeface="Segoe UI" panose="020B0502040204020203" pitchFamily="34" charset="0"/>
            </a:endParaRPr>
          </a:p>
        </p:txBody>
      </p:sp>
      <p:sp>
        <p:nvSpPr>
          <p:cNvPr id="33" name="Title 1">
            <a:extLst>
              <a:ext uri="{FF2B5EF4-FFF2-40B4-BE49-F238E27FC236}">
                <a16:creationId xmlns:a16="http://schemas.microsoft.com/office/drawing/2014/main" id="{BCBC4643-206B-9152-8B9D-2CD3AD957A6B}"/>
              </a:ext>
            </a:extLst>
          </p:cNvPr>
          <p:cNvSpPr>
            <a:spLocks noGrp="1"/>
          </p:cNvSpPr>
          <p:nvPr>
            <p:ph type="title"/>
          </p:nvPr>
        </p:nvSpPr>
        <p:spPr>
          <a:xfrm>
            <a:off x="590550" y="136525"/>
            <a:ext cx="8020050" cy="587375"/>
          </a:xfrm>
        </p:spPr>
        <p:txBody>
          <a:bodyPr rtlCol="0">
            <a:normAutofit/>
          </a:bodyPr>
          <a:lstStyle/>
          <a:p>
            <a:pPr algn="ctr" rtl="0"/>
            <a:r>
              <a:rPr lang="en-GB" sz="2800" dirty="0"/>
              <a:t>CONCLUSION</a:t>
            </a:r>
          </a:p>
        </p:txBody>
      </p:sp>
    </p:spTree>
    <p:extLst>
      <p:ext uri="{BB962C8B-B14F-4D97-AF65-F5344CB8AC3E}">
        <p14:creationId xmlns:p14="http://schemas.microsoft.com/office/powerpoint/2010/main" val="275534134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a:extLst>
              <a:ext uri="{FF2B5EF4-FFF2-40B4-BE49-F238E27FC236}">
                <a16:creationId xmlns:a16="http://schemas.microsoft.com/office/drawing/2014/main" id="{3FB3C754-C1FE-4D2D-9890-A8353F1E8DE8}"/>
              </a:ext>
            </a:extLst>
          </p:cNvPr>
          <p:cNvSpPr>
            <a:spLocks noGrp="1"/>
          </p:cNvSpPr>
          <p:nvPr>
            <p:ph type="title"/>
          </p:nvPr>
        </p:nvSpPr>
        <p:spPr>
          <a:xfrm>
            <a:off x="1353312" y="1755648"/>
            <a:ext cx="4306824" cy="1325563"/>
          </a:xfrm>
        </p:spPr>
        <p:txBody>
          <a:bodyPr rtlCol="0"/>
          <a:lstStyle/>
          <a:p>
            <a:pPr rtl="0"/>
            <a:r>
              <a:rPr lang="en-GB"/>
              <a:t>THANK YOU</a:t>
            </a:r>
          </a:p>
        </p:txBody>
      </p:sp>
      <p:sp>
        <p:nvSpPr>
          <p:cNvPr id="37" name="Text Placeholder 36">
            <a:extLst>
              <a:ext uri="{FF2B5EF4-FFF2-40B4-BE49-F238E27FC236}">
                <a16:creationId xmlns:a16="http://schemas.microsoft.com/office/drawing/2014/main" id="{F8701B31-AB7C-4E0A-952E-ACAC522AF3F8}"/>
              </a:ext>
            </a:extLst>
          </p:cNvPr>
          <p:cNvSpPr>
            <a:spLocks noGrp="1"/>
          </p:cNvSpPr>
          <p:nvPr>
            <p:ph type="body" sz="quarter" idx="13"/>
          </p:nvPr>
        </p:nvSpPr>
        <p:spPr>
          <a:xfrm>
            <a:off x="1353312" y="3191256"/>
            <a:ext cx="4876038" cy="1798639"/>
          </a:xfrm>
        </p:spPr>
        <p:txBody>
          <a:bodyPr rtlCol="0"/>
          <a:lstStyle/>
          <a:p>
            <a:pPr rtl="0"/>
            <a:r>
              <a:rPr lang="en-GB" dirty="0"/>
              <a:t>Nidhi Sehrawat</a:t>
            </a:r>
          </a:p>
          <a:p>
            <a:r>
              <a:rPr lang="en-GB" dirty="0"/>
              <a:t>Professional Certificate in Data Analytics</a:t>
            </a:r>
          </a:p>
          <a:p>
            <a:r>
              <a:rPr lang="en-GB" dirty="0"/>
              <a:t>Imperial College of London</a:t>
            </a:r>
          </a:p>
          <a:p>
            <a:pPr rtl="0"/>
            <a:endParaRPr lang="en-GB" dirty="0"/>
          </a:p>
        </p:txBody>
      </p:sp>
      <p:sp>
        <p:nvSpPr>
          <p:cNvPr id="6" name="Slide Number Placeholder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33</a:t>
            </a:fld>
            <a:endParaRPr lang="en-GB" dirty="0"/>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_59945513_TF16411248_Win32" id="{69FCCB8E-EC84-40E3-B457-C15F1D309C0E}" vid="{CB40D9B3-67F3-40F5-9012-11B74984C60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F7069D1F-6C1F-4FA3-8CCB-EA801E558BEC}">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customXml/itemProps2.xml><?xml version="1.0" encoding="utf-8"?>
<ds:datastoreItem xmlns:ds="http://schemas.openxmlformats.org/officeDocument/2006/customXml" ds:itemID="{4D2E8E18-726E-43C2-A873-C7E26FC0A96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8042A908-4308-42B2-AD36-76827C57E704}">
  <ds:schemaRefs>
    <ds:schemaRef ds:uri="http://schemas.microsoft.com/sharepoint/v3/contenttype/forms"/>
  </ds:schemaRefs>
</ds:datastoreItem>
</file>

<file path=docMetadata/LabelInfo.xml><?xml version="1.0" encoding="utf-8"?>
<clbl:labelList xmlns:clbl="http://schemas.microsoft.com/office/2020/mipLabelMetadata">
  <clbl:label id="{27f6b194-73f8-48d3-95d2-0d2530a9bb45}" enabled="1" method="Standard" siteId="{0483ae51-a627-466e-a7dd-de2ac7e1238e}" contentBits="2" removed="0"/>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{8A445C7C-BD14-49A9-B167-E60BF9C1B237}tf16411248_win32</Template>
  <TotalTime>384</TotalTime>
  <Words>1787</Words>
  <Application>Microsoft Office PowerPoint</Application>
  <PresentationFormat>Widescreen</PresentationFormat>
  <Paragraphs>259</Paragraphs>
  <Slides>33</Slides>
  <Notes>24</Notes>
  <HiddenSlides>0</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33</vt:i4>
      </vt:variant>
    </vt:vector>
  </HeadingPairs>
  <TitlesOfParts>
    <vt:vector size="42" baseType="lpstr">
      <vt:lpstr>Arial</vt:lpstr>
      <vt:lpstr>Avenir Next LT Pro Light</vt:lpstr>
      <vt:lpstr>Calibri</vt:lpstr>
      <vt:lpstr>Helvetica</vt:lpstr>
      <vt:lpstr>Posterama</vt:lpstr>
      <vt:lpstr>Segoe UI</vt:lpstr>
      <vt:lpstr>Segoe UI Light</vt:lpstr>
      <vt:lpstr>Wingdings</vt:lpstr>
      <vt:lpstr>Office Theme</vt:lpstr>
      <vt:lpstr>The Impact of School Quality on House Prices</vt:lpstr>
      <vt:lpstr>Table of Contents</vt:lpstr>
      <vt:lpstr>Executive Summary</vt:lpstr>
      <vt:lpstr>Executive Summary</vt:lpstr>
      <vt:lpstr>Executive Summary</vt:lpstr>
      <vt:lpstr>Introduction</vt:lpstr>
      <vt:lpstr>Introduction</vt:lpstr>
      <vt:lpstr>Introduction</vt:lpstr>
      <vt:lpstr>SCOPE &amp; Focus of study</vt:lpstr>
      <vt:lpstr>SCOPE &amp; FOCUS OF STUDY</vt:lpstr>
      <vt:lpstr>Methodology</vt:lpstr>
      <vt:lpstr>Methodology</vt:lpstr>
      <vt:lpstr>Methodology</vt:lpstr>
      <vt:lpstr>Methodology</vt:lpstr>
      <vt:lpstr>Methodology</vt:lpstr>
      <vt:lpstr>Methodology</vt:lpstr>
      <vt:lpstr>Methodology</vt:lpstr>
      <vt:lpstr>Methodology</vt:lpstr>
      <vt:lpstr>Results</vt:lpstr>
      <vt:lpstr>Number of State Schools</vt:lpstr>
      <vt:lpstr>State PRIMARY Schools BY OFSTED RATING</vt:lpstr>
      <vt:lpstr>State SECONDARY Schools BY OFSTED RATING</vt:lpstr>
      <vt:lpstr>AVERAGE HOUSE PRICES IN 2025</vt:lpstr>
      <vt:lpstr>VARIATION IN AVERAGE HOUSE PRICES (2015-2025)</vt:lpstr>
      <vt:lpstr>IMPACT OF School QUALITY ON HOUSE PRICES (2025)</vt:lpstr>
      <vt:lpstr>IMPACT OF School QUALITY ON HOUSE PRICES (2025)</vt:lpstr>
      <vt:lpstr>RESULTS</vt:lpstr>
      <vt:lpstr>RESULTS</vt:lpstr>
      <vt:lpstr>RESULTS</vt:lpstr>
      <vt:lpstr>Conclusion</vt:lpstr>
      <vt:lpstr>CONCLUSION</vt:lpstr>
      <vt:lpstr>CONCLUSION</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Nidhi</dc:creator>
  <cp:lastModifiedBy>Vijay Khatri</cp:lastModifiedBy>
  <cp:revision>38</cp:revision>
  <dcterms:created xsi:type="dcterms:W3CDTF">2025-11-05T11:21:14Z</dcterms:created>
  <dcterms:modified xsi:type="dcterms:W3CDTF">2025-11-06T17:13:14Z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y fmtid="{D5CDD505-2E9C-101B-9397-08002B2CF9AE}" pid="3" name="ClassificationContentMarkingFooterLocations">
    <vt:lpwstr>Office Theme:8</vt:lpwstr>
  </property>
  <property fmtid="{D5CDD505-2E9C-101B-9397-08002B2CF9AE}" pid="4" name="ClassificationContentMarkingFooterText">
    <vt:lpwstr>Sensitivity: Internal</vt:lpwstr>
  </property>
</Properties>
</file>